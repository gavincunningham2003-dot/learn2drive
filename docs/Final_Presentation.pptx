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9" r:id="rId4"/>
    <p:sldId id="260" r:id="rId5"/>
    <p:sldId id="265" r:id="rId6"/>
    <p:sldId id="261" r:id="rId7"/>
    <p:sldId id="264" r:id="rId8"/>
    <p:sldId id="262" r:id="rId9"/>
    <p:sldId id="263"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27" autoAdjust="0"/>
    <p:restoredTop sz="81197" autoAdjust="0"/>
  </p:normalViewPr>
  <p:slideViewPr>
    <p:cSldViewPr snapToGrid="0" snapToObjects="1">
      <p:cViewPr varScale="1">
        <p:scale>
          <a:sx n="51" d="100"/>
          <a:sy n="51" d="100"/>
        </p:scale>
        <p:origin x="1692"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F91769D-BAA8-4B56-AFB0-66EF541F389B}" type="doc">
      <dgm:prSet loTypeId="urn:microsoft.com/office/officeart/2018/2/layout/IconLabelDescriptionList" loCatId="icon" qsTypeId="urn:microsoft.com/office/officeart/2005/8/quickstyle/simple1" qsCatId="simple" csTypeId="urn:microsoft.com/office/officeart/2018/5/colors/Iconchunking_neutralbg_colorful5" csCatId="colorful" phldr="1"/>
      <dgm:spPr/>
      <dgm:t>
        <a:bodyPr/>
        <a:lstStyle/>
        <a:p>
          <a:endParaRPr lang="en-US"/>
        </a:p>
      </dgm:t>
    </dgm:pt>
    <dgm:pt modelId="{731F0A45-1DCA-4670-BDB2-0B02F7A421FA}">
      <dgm:prSet/>
      <dgm:spPr/>
      <dgm:t>
        <a:bodyPr/>
        <a:lstStyle/>
        <a:p>
          <a:pPr>
            <a:defRPr b="1"/>
          </a:pPr>
          <a:r>
            <a:rPr lang="en-IE"/>
            <a:t>Client-side Modules</a:t>
          </a:r>
          <a:endParaRPr lang="en-US"/>
        </a:p>
      </dgm:t>
    </dgm:pt>
    <dgm:pt modelId="{22F471BD-C242-488A-AAC0-B18D080726EF}" type="parTrans" cxnId="{2997FA86-80EB-4193-B175-2C2E8686F47E}">
      <dgm:prSet/>
      <dgm:spPr/>
      <dgm:t>
        <a:bodyPr/>
        <a:lstStyle/>
        <a:p>
          <a:endParaRPr lang="en-US"/>
        </a:p>
      </dgm:t>
    </dgm:pt>
    <dgm:pt modelId="{0CBF01FB-EDAA-463E-9EF7-5616536A9E19}" type="sibTrans" cxnId="{2997FA86-80EB-4193-B175-2C2E8686F47E}">
      <dgm:prSet/>
      <dgm:spPr/>
      <dgm:t>
        <a:bodyPr/>
        <a:lstStyle/>
        <a:p>
          <a:endParaRPr lang="en-US"/>
        </a:p>
      </dgm:t>
    </dgm:pt>
    <dgm:pt modelId="{2B6D14CC-1515-4C6B-AE17-90FADF6F7E89}">
      <dgm:prSet/>
      <dgm:spPr/>
      <dgm:t>
        <a:bodyPr/>
        <a:lstStyle/>
        <a:p>
          <a:r>
            <a:rPr lang="en-IE"/>
            <a:t>Camera Module</a:t>
          </a:r>
          <a:endParaRPr lang="en-US"/>
        </a:p>
      </dgm:t>
    </dgm:pt>
    <dgm:pt modelId="{72249C2D-7152-4F65-9B76-45471B07CA26}" type="parTrans" cxnId="{31228B2D-250C-495B-91A3-28CEAC4B33B2}">
      <dgm:prSet/>
      <dgm:spPr/>
      <dgm:t>
        <a:bodyPr/>
        <a:lstStyle/>
        <a:p>
          <a:endParaRPr lang="en-US"/>
        </a:p>
      </dgm:t>
    </dgm:pt>
    <dgm:pt modelId="{29168C56-EA14-40C1-8693-E808EE79F3E6}" type="sibTrans" cxnId="{31228B2D-250C-495B-91A3-28CEAC4B33B2}">
      <dgm:prSet/>
      <dgm:spPr/>
      <dgm:t>
        <a:bodyPr/>
        <a:lstStyle/>
        <a:p>
          <a:endParaRPr lang="en-US"/>
        </a:p>
      </dgm:t>
    </dgm:pt>
    <dgm:pt modelId="{DFB7A298-4038-4AC9-B156-491FD761BB5E}">
      <dgm:prSet/>
      <dgm:spPr/>
      <dgm:t>
        <a:bodyPr/>
        <a:lstStyle/>
        <a:p>
          <a:r>
            <a:rPr lang="en-IE"/>
            <a:t>Sensor Data Module</a:t>
          </a:r>
          <a:endParaRPr lang="en-US"/>
        </a:p>
      </dgm:t>
    </dgm:pt>
    <dgm:pt modelId="{7E05E802-3AA9-488D-87FA-E973453A3AEE}" type="parTrans" cxnId="{0E0DE07B-FD90-4E39-96EA-C5A58C2001B1}">
      <dgm:prSet/>
      <dgm:spPr/>
      <dgm:t>
        <a:bodyPr/>
        <a:lstStyle/>
        <a:p>
          <a:endParaRPr lang="en-US"/>
        </a:p>
      </dgm:t>
    </dgm:pt>
    <dgm:pt modelId="{C48BAEFE-2455-4C15-B3B7-80EDBF18A5D9}" type="sibTrans" cxnId="{0E0DE07B-FD90-4E39-96EA-C5A58C2001B1}">
      <dgm:prSet/>
      <dgm:spPr/>
      <dgm:t>
        <a:bodyPr/>
        <a:lstStyle/>
        <a:p>
          <a:endParaRPr lang="en-US"/>
        </a:p>
      </dgm:t>
    </dgm:pt>
    <dgm:pt modelId="{A808F27B-34A5-401B-9BEB-BBD7D71A5FFF}">
      <dgm:prSet/>
      <dgm:spPr/>
      <dgm:t>
        <a:bodyPr/>
        <a:lstStyle/>
        <a:p>
          <a:r>
            <a:rPr lang="en-IE"/>
            <a:t>Route Module</a:t>
          </a:r>
          <a:endParaRPr lang="en-US"/>
        </a:p>
      </dgm:t>
    </dgm:pt>
    <dgm:pt modelId="{4D1FD82C-0C1A-47B9-AA2A-7E5513BACFC3}" type="parTrans" cxnId="{A625165E-605A-4A64-A207-AC947923DACF}">
      <dgm:prSet/>
      <dgm:spPr/>
      <dgm:t>
        <a:bodyPr/>
        <a:lstStyle/>
        <a:p>
          <a:endParaRPr lang="en-US"/>
        </a:p>
      </dgm:t>
    </dgm:pt>
    <dgm:pt modelId="{E1E5465B-E3BC-4FBC-A4C5-A4B8BBBB7586}" type="sibTrans" cxnId="{A625165E-605A-4A64-A207-AC947923DACF}">
      <dgm:prSet/>
      <dgm:spPr/>
      <dgm:t>
        <a:bodyPr/>
        <a:lstStyle/>
        <a:p>
          <a:endParaRPr lang="en-US"/>
        </a:p>
      </dgm:t>
    </dgm:pt>
    <dgm:pt modelId="{C4ACD5EB-53B3-4B5C-B042-21A685CA5227}">
      <dgm:prSet/>
      <dgm:spPr/>
      <dgm:t>
        <a:bodyPr/>
        <a:lstStyle/>
        <a:p>
          <a:pPr>
            <a:defRPr b="1"/>
          </a:pPr>
          <a:r>
            <a:rPr lang="en-IE"/>
            <a:t>Server-side Modules</a:t>
          </a:r>
          <a:endParaRPr lang="en-US"/>
        </a:p>
      </dgm:t>
    </dgm:pt>
    <dgm:pt modelId="{0624DECC-88E5-4F4E-99D3-B9AAA2CBA9CE}" type="parTrans" cxnId="{26649E2E-5CFA-4316-8E67-AAE547DD0AC1}">
      <dgm:prSet/>
      <dgm:spPr/>
      <dgm:t>
        <a:bodyPr/>
        <a:lstStyle/>
        <a:p>
          <a:endParaRPr lang="en-US"/>
        </a:p>
      </dgm:t>
    </dgm:pt>
    <dgm:pt modelId="{4562B0B8-7C5D-4F84-A785-6C4F27443814}" type="sibTrans" cxnId="{26649E2E-5CFA-4316-8E67-AAE547DD0AC1}">
      <dgm:prSet/>
      <dgm:spPr/>
      <dgm:t>
        <a:bodyPr/>
        <a:lstStyle/>
        <a:p>
          <a:endParaRPr lang="en-US"/>
        </a:p>
      </dgm:t>
    </dgm:pt>
    <dgm:pt modelId="{34C9BB82-5659-4A2E-929B-1955E1C2BD06}">
      <dgm:prSet/>
      <dgm:spPr/>
      <dgm:t>
        <a:bodyPr/>
        <a:lstStyle/>
        <a:p>
          <a:r>
            <a:rPr lang="en-GB"/>
            <a:t>Feedback Module</a:t>
          </a:r>
          <a:endParaRPr lang="en-US"/>
        </a:p>
      </dgm:t>
    </dgm:pt>
    <dgm:pt modelId="{465E6C69-8161-4362-B574-A780D9F0F8DC}" type="parTrans" cxnId="{10AFB6E6-2E21-47FC-B682-1C1BE50A9A19}">
      <dgm:prSet/>
      <dgm:spPr/>
      <dgm:t>
        <a:bodyPr/>
        <a:lstStyle/>
        <a:p>
          <a:endParaRPr lang="en-US"/>
        </a:p>
      </dgm:t>
    </dgm:pt>
    <dgm:pt modelId="{DC681EC6-4E8F-4144-B16F-D5055CCC4896}" type="sibTrans" cxnId="{10AFB6E6-2E21-47FC-B682-1C1BE50A9A19}">
      <dgm:prSet/>
      <dgm:spPr/>
      <dgm:t>
        <a:bodyPr/>
        <a:lstStyle/>
        <a:p>
          <a:endParaRPr lang="en-US"/>
        </a:p>
      </dgm:t>
    </dgm:pt>
    <dgm:pt modelId="{ADCF937F-870C-436C-B06A-8200DBE2A273}">
      <dgm:prSet/>
      <dgm:spPr/>
      <dgm:t>
        <a:bodyPr/>
        <a:lstStyle/>
        <a:p>
          <a:r>
            <a:rPr lang="en-GB"/>
            <a:t>Data Storage</a:t>
          </a:r>
          <a:endParaRPr lang="en-US"/>
        </a:p>
      </dgm:t>
    </dgm:pt>
    <dgm:pt modelId="{91F79B0B-B374-4551-A3B1-C3804714F93D}" type="parTrans" cxnId="{E2719491-6882-4875-9240-B49A8A97CF81}">
      <dgm:prSet/>
      <dgm:spPr/>
      <dgm:t>
        <a:bodyPr/>
        <a:lstStyle/>
        <a:p>
          <a:endParaRPr lang="en-US"/>
        </a:p>
      </dgm:t>
    </dgm:pt>
    <dgm:pt modelId="{9F8F13AB-BA7B-45A0-BCA0-1F31FF427876}" type="sibTrans" cxnId="{E2719491-6882-4875-9240-B49A8A97CF81}">
      <dgm:prSet/>
      <dgm:spPr/>
      <dgm:t>
        <a:bodyPr/>
        <a:lstStyle/>
        <a:p>
          <a:endParaRPr lang="en-US"/>
        </a:p>
      </dgm:t>
    </dgm:pt>
    <dgm:pt modelId="{D932C7BE-AACD-42BD-BA45-C40810223CC9}" type="pres">
      <dgm:prSet presAssocID="{1F91769D-BAA8-4B56-AFB0-66EF541F389B}" presName="root" presStyleCnt="0">
        <dgm:presLayoutVars>
          <dgm:dir/>
          <dgm:resizeHandles val="exact"/>
        </dgm:presLayoutVars>
      </dgm:prSet>
      <dgm:spPr/>
    </dgm:pt>
    <dgm:pt modelId="{6D9568A9-FCD9-4058-AD89-D2CB0352A6CC}" type="pres">
      <dgm:prSet presAssocID="{731F0A45-1DCA-4670-BDB2-0B02F7A421FA}" presName="compNode" presStyleCnt="0"/>
      <dgm:spPr/>
    </dgm:pt>
    <dgm:pt modelId="{2C45390B-9AD1-46DC-9DF0-1B466B9642F4}" type="pres">
      <dgm:prSet presAssocID="{731F0A45-1DCA-4670-BDB2-0B02F7A421F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eb cam"/>
        </a:ext>
      </dgm:extLst>
    </dgm:pt>
    <dgm:pt modelId="{390D17B9-4606-468F-9B12-B39621E800D6}" type="pres">
      <dgm:prSet presAssocID="{731F0A45-1DCA-4670-BDB2-0B02F7A421FA}" presName="iconSpace" presStyleCnt="0"/>
      <dgm:spPr/>
    </dgm:pt>
    <dgm:pt modelId="{6B5068FA-6880-472E-8D23-52D38276191A}" type="pres">
      <dgm:prSet presAssocID="{731F0A45-1DCA-4670-BDB2-0B02F7A421FA}" presName="parTx" presStyleLbl="revTx" presStyleIdx="0" presStyleCnt="4">
        <dgm:presLayoutVars>
          <dgm:chMax val="0"/>
          <dgm:chPref val="0"/>
        </dgm:presLayoutVars>
      </dgm:prSet>
      <dgm:spPr/>
    </dgm:pt>
    <dgm:pt modelId="{B0E84800-4EE3-426C-B9B7-B7EBB145B259}" type="pres">
      <dgm:prSet presAssocID="{731F0A45-1DCA-4670-BDB2-0B02F7A421FA}" presName="txSpace" presStyleCnt="0"/>
      <dgm:spPr/>
    </dgm:pt>
    <dgm:pt modelId="{AFCBF0D3-F82C-4B25-9DAC-B62C05D9FAF1}" type="pres">
      <dgm:prSet presAssocID="{731F0A45-1DCA-4670-BDB2-0B02F7A421FA}" presName="desTx" presStyleLbl="revTx" presStyleIdx="1" presStyleCnt="4">
        <dgm:presLayoutVars/>
      </dgm:prSet>
      <dgm:spPr/>
    </dgm:pt>
    <dgm:pt modelId="{43EE915D-F30E-4C90-B7B9-82481A68C8A9}" type="pres">
      <dgm:prSet presAssocID="{0CBF01FB-EDAA-463E-9EF7-5616536A9E19}" presName="sibTrans" presStyleCnt="0"/>
      <dgm:spPr/>
    </dgm:pt>
    <dgm:pt modelId="{8D6275B1-AAC9-4366-BB03-AB9C853793B2}" type="pres">
      <dgm:prSet presAssocID="{C4ACD5EB-53B3-4B5C-B042-21A685CA5227}" presName="compNode" presStyleCnt="0"/>
      <dgm:spPr/>
    </dgm:pt>
    <dgm:pt modelId="{5F49DBEA-92A9-4902-98A1-FE08A18891F0}" type="pres">
      <dgm:prSet presAssocID="{C4ACD5EB-53B3-4B5C-B042-21A685CA5227}"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52C16957-B01A-49FC-BD8A-74EA65AC6E18}" type="pres">
      <dgm:prSet presAssocID="{C4ACD5EB-53B3-4B5C-B042-21A685CA5227}" presName="iconSpace" presStyleCnt="0"/>
      <dgm:spPr/>
    </dgm:pt>
    <dgm:pt modelId="{5CE5A2B1-EF20-44CD-9F72-3C8284B5AEDD}" type="pres">
      <dgm:prSet presAssocID="{C4ACD5EB-53B3-4B5C-B042-21A685CA5227}" presName="parTx" presStyleLbl="revTx" presStyleIdx="2" presStyleCnt="4">
        <dgm:presLayoutVars>
          <dgm:chMax val="0"/>
          <dgm:chPref val="0"/>
        </dgm:presLayoutVars>
      </dgm:prSet>
      <dgm:spPr/>
    </dgm:pt>
    <dgm:pt modelId="{2B5ABCFC-7D99-48AE-B438-2C8760F3351C}" type="pres">
      <dgm:prSet presAssocID="{C4ACD5EB-53B3-4B5C-B042-21A685CA5227}" presName="txSpace" presStyleCnt="0"/>
      <dgm:spPr/>
    </dgm:pt>
    <dgm:pt modelId="{FE5FDECD-8EFE-4DD1-9092-71A515C00175}" type="pres">
      <dgm:prSet presAssocID="{C4ACD5EB-53B3-4B5C-B042-21A685CA5227}" presName="desTx" presStyleLbl="revTx" presStyleIdx="3" presStyleCnt="4">
        <dgm:presLayoutVars/>
      </dgm:prSet>
      <dgm:spPr/>
    </dgm:pt>
  </dgm:ptLst>
  <dgm:cxnLst>
    <dgm:cxn modelId="{ACBD6E11-18EB-4688-BEED-382636602534}" type="presOf" srcId="{34C9BB82-5659-4A2E-929B-1955E1C2BD06}" destId="{FE5FDECD-8EFE-4DD1-9092-71A515C00175}" srcOrd="0" destOrd="0" presId="urn:microsoft.com/office/officeart/2018/2/layout/IconLabelDescriptionList"/>
    <dgm:cxn modelId="{31228B2D-250C-495B-91A3-28CEAC4B33B2}" srcId="{731F0A45-1DCA-4670-BDB2-0B02F7A421FA}" destId="{2B6D14CC-1515-4C6B-AE17-90FADF6F7E89}" srcOrd="0" destOrd="0" parTransId="{72249C2D-7152-4F65-9B76-45471B07CA26}" sibTransId="{29168C56-EA14-40C1-8693-E808EE79F3E6}"/>
    <dgm:cxn modelId="{26649E2E-5CFA-4316-8E67-AAE547DD0AC1}" srcId="{1F91769D-BAA8-4B56-AFB0-66EF541F389B}" destId="{C4ACD5EB-53B3-4B5C-B042-21A685CA5227}" srcOrd="1" destOrd="0" parTransId="{0624DECC-88E5-4F4E-99D3-B9AAA2CBA9CE}" sibTransId="{4562B0B8-7C5D-4F84-A785-6C4F27443814}"/>
    <dgm:cxn modelId="{F784765B-05E9-4C3E-948D-E01F60A79DB2}" type="presOf" srcId="{ADCF937F-870C-436C-B06A-8200DBE2A273}" destId="{FE5FDECD-8EFE-4DD1-9092-71A515C00175}" srcOrd="0" destOrd="1" presId="urn:microsoft.com/office/officeart/2018/2/layout/IconLabelDescriptionList"/>
    <dgm:cxn modelId="{A625165E-605A-4A64-A207-AC947923DACF}" srcId="{731F0A45-1DCA-4670-BDB2-0B02F7A421FA}" destId="{A808F27B-34A5-401B-9BEB-BBD7D71A5FFF}" srcOrd="2" destOrd="0" parTransId="{4D1FD82C-0C1A-47B9-AA2A-7E5513BACFC3}" sibTransId="{E1E5465B-E3BC-4FBC-A4C5-A4B8BBBB7586}"/>
    <dgm:cxn modelId="{01A85761-F341-4224-A9FA-F0D60D3A0814}" type="presOf" srcId="{DFB7A298-4038-4AC9-B156-491FD761BB5E}" destId="{AFCBF0D3-F82C-4B25-9DAC-B62C05D9FAF1}" srcOrd="0" destOrd="1" presId="urn:microsoft.com/office/officeart/2018/2/layout/IconLabelDescriptionList"/>
    <dgm:cxn modelId="{6AF8FE6C-83C0-417E-881F-7C20E3495963}" type="presOf" srcId="{731F0A45-1DCA-4670-BDB2-0B02F7A421FA}" destId="{6B5068FA-6880-472E-8D23-52D38276191A}" srcOrd="0" destOrd="0" presId="urn:microsoft.com/office/officeart/2018/2/layout/IconLabelDescriptionList"/>
    <dgm:cxn modelId="{695B6E74-D1D1-4843-A499-5B39501F5F2A}" type="presOf" srcId="{2B6D14CC-1515-4C6B-AE17-90FADF6F7E89}" destId="{AFCBF0D3-F82C-4B25-9DAC-B62C05D9FAF1}" srcOrd="0" destOrd="0" presId="urn:microsoft.com/office/officeart/2018/2/layout/IconLabelDescriptionList"/>
    <dgm:cxn modelId="{49C29A56-007C-474B-B664-5FA63EB2D05D}" type="presOf" srcId="{A808F27B-34A5-401B-9BEB-BBD7D71A5FFF}" destId="{AFCBF0D3-F82C-4B25-9DAC-B62C05D9FAF1}" srcOrd="0" destOrd="2" presId="urn:microsoft.com/office/officeart/2018/2/layout/IconLabelDescriptionList"/>
    <dgm:cxn modelId="{0E0DE07B-FD90-4E39-96EA-C5A58C2001B1}" srcId="{731F0A45-1DCA-4670-BDB2-0B02F7A421FA}" destId="{DFB7A298-4038-4AC9-B156-491FD761BB5E}" srcOrd="1" destOrd="0" parTransId="{7E05E802-3AA9-488D-87FA-E973453A3AEE}" sibTransId="{C48BAEFE-2455-4C15-B3B7-80EDBF18A5D9}"/>
    <dgm:cxn modelId="{2997FA86-80EB-4193-B175-2C2E8686F47E}" srcId="{1F91769D-BAA8-4B56-AFB0-66EF541F389B}" destId="{731F0A45-1DCA-4670-BDB2-0B02F7A421FA}" srcOrd="0" destOrd="0" parTransId="{22F471BD-C242-488A-AAC0-B18D080726EF}" sibTransId="{0CBF01FB-EDAA-463E-9EF7-5616536A9E19}"/>
    <dgm:cxn modelId="{E2719491-6882-4875-9240-B49A8A97CF81}" srcId="{C4ACD5EB-53B3-4B5C-B042-21A685CA5227}" destId="{ADCF937F-870C-436C-B06A-8200DBE2A273}" srcOrd="1" destOrd="0" parTransId="{91F79B0B-B374-4551-A3B1-C3804714F93D}" sibTransId="{9F8F13AB-BA7B-45A0-BCA0-1F31FF427876}"/>
    <dgm:cxn modelId="{2B1F2B92-21A9-4750-9940-FE497A8D5F40}" type="presOf" srcId="{1F91769D-BAA8-4B56-AFB0-66EF541F389B}" destId="{D932C7BE-AACD-42BD-BA45-C40810223CC9}" srcOrd="0" destOrd="0" presId="urn:microsoft.com/office/officeart/2018/2/layout/IconLabelDescriptionList"/>
    <dgm:cxn modelId="{DC64BFCC-EA86-48F5-BF10-6268FF5FA0D0}" type="presOf" srcId="{C4ACD5EB-53B3-4B5C-B042-21A685CA5227}" destId="{5CE5A2B1-EF20-44CD-9F72-3C8284B5AEDD}" srcOrd="0" destOrd="0" presId="urn:microsoft.com/office/officeart/2018/2/layout/IconLabelDescriptionList"/>
    <dgm:cxn modelId="{10AFB6E6-2E21-47FC-B682-1C1BE50A9A19}" srcId="{C4ACD5EB-53B3-4B5C-B042-21A685CA5227}" destId="{34C9BB82-5659-4A2E-929B-1955E1C2BD06}" srcOrd="0" destOrd="0" parTransId="{465E6C69-8161-4362-B574-A780D9F0F8DC}" sibTransId="{DC681EC6-4E8F-4144-B16F-D5055CCC4896}"/>
    <dgm:cxn modelId="{FC318717-C2A3-4267-960B-2E4E226F0E63}" type="presParOf" srcId="{D932C7BE-AACD-42BD-BA45-C40810223CC9}" destId="{6D9568A9-FCD9-4058-AD89-D2CB0352A6CC}" srcOrd="0" destOrd="0" presId="urn:microsoft.com/office/officeart/2018/2/layout/IconLabelDescriptionList"/>
    <dgm:cxn modelId="{A486DE4A-FF98-4837-B74A-0BE2EB0A301C}" type="presParOf" srcId="{6D9568A9-FCD9-4058-AD89-D2CB0352A6CC}" destId="{2C45390B-9AD1-46DC-9DF0-1B466B9642F4}" srcOrd="0" destOrd="0" presId="urn:microsoft.com/office/officeart/2018/2/layout/IconLabelDescriptionList"/>
    <dgm:cxn modelId="{60F8C497-26EC-4012-BE02-AD069D8269AC}" type="presParOf" srcId="{6D9568A9-FCD9-4058-AD89-D2CB0352A6CC}" destId="{390D17B9-4606-468F-9B12-B39621E800D6}" srcOrd="1" destOrd="0" presId="urn:microsoft.com/office/officeart/2018/2/layout/IconLabelDescriptionList"/>
    <dgm:cxn modelId="{40B259E9-1F07-4184-894C-99AD1177E9B9}" type="presParOf" srcId="{6D9568A9-FCD9-4058-AD89-D2CB0352A6CC}" destId="{6B5068FA-6880-472E-8D23-52D38276191A}" srcOrd="2" destOrd="0" presId="urn:microsoft.com/office/officeart/2018/2/layout/IconLabelDescriptionList"/>
    <dgm:cxn modelId="{E25ABB8B-4B12-4FF3-AC58-9D720D7F23D8}" type="presParOf" srcId="{6D9568A9-FCD9-4058-AD89-D2CB0352A6CC}" destId="{B0E84800-4EE3-426C-B9B7-B7EBB145B259}" srcOrd="3" destOrd="0" presId="urn:microsoft.com/office/officeart/2018/2/layout/IconLabelDescriptionList"/>
    <dgm:cxn modelId="{A0654471-0457-4D2C-81A2-5117CE7AFB76}" type="presParOf" srcId="{6D9568A9-FCD9-4058-AD89-D2CB0352A6CC}" destId="{AFCBF0D3-F82C-4B25-9DAC-B62C05D9FAF1}" srcOrd="4" destOrd="0" presId="urn:microsoft.com/office/officeart/2018/2/layout/IconLabelDescriptionList"/>
    <dgm:cxn modelId="{0D42522F-35C9-4909-ACE1-0C28F3BD1D2D}" type="presParOf" srcId="{D932C7BE-AACD-42BD-BA45-C40810223CC9}" destId="{43EE915D-F30E-4C90-B7B9-82481A68C8A9}" srcOrd="1" destOrd="0" presId="urn:microsoft.com/office/officeart/2018/2/layout/IconLabelDescriptionList"/>
    <dgm:cxn modelId="{81183CA1-0EC9-4124-B717-076C6267C225}" type="presParOf" srcId="{D932C7BE-AACD-42BD-BA45-C40810223CC9}" destId="{8D6275B1-AAC9-4366-BB03-AB9C853793B2}" srcOrd="2" destOrd="0" presId="urn:microsoft.com/office/officeart/2018/2/layout/IconLabelDescriptionList"/>
    <dgm:cxn modelId="{EF954356-1205-46DA-9265-463117DD4CBF}" type="presParOf" srcId="{8D6275B1-AAC9-4366-BB03-AB9C853793B2}" destId="{5F49DBEA-92A9-4902-98A1-FE08A18891F0}" srcOrd="0" destOrd="0" presId="urn:microsoft.com/office/officeart/2018/2/layout/IconLabelDescriptionList"/>
    <dgm:cxn modelId="{84AE7E43-9D02-4BD8-95DB-133C608CA794}" type="presParOf" srcId="{8D6275B1-AAC9-4366-BB03-AB9C853793B2}" destId="{52C16957-B01A-49FC-BD8A-74EA65AC6E18}" srcOrd="1" destOrd="0" presId="urn:microsoft.com/office/officeart/2018/2/layout/IconLabelDescriptionList"/>
    <dgm:cxn modelId="{02334DBF-9D09-44EB-9BAC-27D9957AB421}" type="presParOf" srcId="{8D6275B1-AAC9-4366-BB03-AB9C853793B2}" destId="{5CE5A2B1-EF20-44CD-9F72-3C8284B5AEDD}" srcOrd="2" destOrd="0" presId="urn:microsoft.com/office/officeart/2018/2/layout/IconLabelDescriptionList"/>
    <dgm:cxn modelId="{3846EFD4-19FC-46CF-B023-97D5892E2E2F}" type="presParOf" srcId="{8D6275B1-AAC9-4366-BB03-AB9C853793B2}" destId="{2B5ABCFC-7D99-48AE-B438-2C8760F3351C}" srcOrd="3" destOrd="0" presId="urn:microsoft.com/office/officeart/2018/2/layout/IconLabelDescriptionList"/>
    <dgm:cxn modelId="{A32E6D13-A226-4326-B7CA-5C9DD670DC09}" type="presParOf" srcId="{8D6275B1-AAC9-4366-BB03-AB9C853793B2}" destId="{FE5FDECD-8EFE-4DD1-9092-71A515C00175}"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D6C0BB8-D38B-46DD-81D2-9C1B9030D611}" type="doc">
      <dgm:prSet loTypeId="urn:microsoft.com/office/officeart/2005/8/layout/list1" loCatId="list" qsTypeId="urn:microsoft.com/office/officeart/2005/8/quickstyle/simple1" qsCatId="simple" csTypeId="urn:microsoft.com/office/officeart/2005/8/colors/colorful5" csCatId="colorful"/>
      <dgm:spPr/>
      <dgm:t>
        <a:bodyPr/>
        <a:lstStyle/>
        <a:p>
          <a:endParaRPr lang="en-US"/>
        </a:p>
      </dgm:t>
    </dgm:pt>
    <dgm:pt modelId="{3D069300-C8DD-40BF-9F79-695F3FCA6FDD}">
      <dgm:prSet/>
      <dgm:spPr/>
      <dgm:t>
        <a:bodyPr/>
        <a:lstStyle/>
        <a:p>
          <a:r>
            <a:rPr lang="en-IE"/>
            <a:t>Setup</a:t>
          </a:r>
          <a:endParaRPr lang="en-US"/>
        </a:p>
      </dgm:t>
    </dgm:pt>
    <dgm:pt modelId="{4BE7228D-1FBA-4A64-9789-8A9B82BBC0D1}" type="parTrans" cxnId="{191EDDCA-230C-4592-883C-FE42E2389CB3}">
      <dgm:prSet/>
      <dgm:spPr/>
      <dgm:t>
        <a:bodyPr/>
        <a:lstStyle/>
        <a:p>
          <a:endParaRPr lang="en-US"/>
        </a:p>
      </dgm:t>
    </dgm:pt>
    <dgm:pt modelId="{275D36DD-CBA3-40C0-BD69-65757D464C81}" type="sibTrans" cxnId="{191EDDCA-230C-4592-883C-FE42E2389CB3}">
      <dgm:prSet/>
      <dgm:spPr/>
      <dgm:t>
        <a:bodyPr/>
        <a:lstStyle/>
        <a:p>
          <a:endParaRPr lang="en-US"/>
        </a:p>
      </dgm:t>
    </dgm:pt>
    <dgm:pt modelId="{B83AC9F6-FFAD-4ADE-90BB-76A754047531}">
      <dgm:prSet/>
      <dgm:spPr/>
      <dgm:t>
        <a:bodyPr/>
        <a:lstStyle/>
        <a:p>
          <a:r>
            <a:rPr lang="en-IE"/>
            <a:t>Permissions for camera and sensors</a:t>
          </a:r>
          <a:endParaRPr lang="en-US"/>
        </a:p>
      </dgm:t>
    </dgm:pt>
    <dgm:pt modelId="{9B86D5CA-7D14-4FE3-A915-BF6901A815B6}" type="parTrans" cxnId="{10163170-E0BA-4DD9-B165-D47BFB890B8E}">
      <dgm:prSet/>
      <dgm:spPr/>
      <dgm:t>
        <a:bodyPr/>
        <a:lstStyle/>
        <a:p>
          <a:endParaRPr lang="en-US"/>
        </a:p>
      </dgm:t>
    </dgm:pt>
    <dgm:pt modelId="{A9765F85-CD6B-4CBE-99A6-4CC1CD1C70DA}" type="sibTrans" cxnId="{10163170-E0BA-4DD9-B165-D47BFB890B8E}">
      <dgm:prSet/>
      <dgm:spPr/>
      <dgm:t>
        <a:bodyPr/>
        <a:lstStyle/>
        <a:p>
          <a:endParaRPr lang="en-US"/>
        </a:p>
      </dgm:t>
    </dgm:pt>
    <dgm:pt modelId="{0C43283D-1825-4C48-99B8-5D315233E873}">
      <dgm:prSet/>
      <dgm:spPr/>
      <dgm:t>
        <a:bodyPr/>
        <a:lstStyle/>
        <a:p>
          <a:r>
            <a:rPr lang="en-IE"/>
            <a:t>Select routes or create custom routes</a:t>
          </a:r>
          <a:endParaRPr lang="en-US"/>
        </a:p>
      </dgm:t>
    </dgm:pt>
    <dgm:pt modelId="{9B89D7F9-64E9-41D0-B71D-0C606BDD8DE1}" type="parTrans" cxnId="{4EBC8802-B8F8-43A9-A6A4-EF8E2A4D50D4}">
      <dgm:prSet/>
      <dgm:spPr/>
      <dgm:t>
        <a:bodyPr/>
        <a:lstStyle/>
        <a:p>
          <a:endParaRPr lang="en-US"/>
        </a:p>
      </dgm:t>
    </dgm:pt>
    <dgm:pt modelId="{8FBF39AC-BF7A-4F2D-A4F3-B3DAF5239809}" type="sibTrans" cxnId="{4EBC8802-B8F8-43A9-A6A4-EF8E2A4D50D4}">
      <dgm:prSet/>
      <dgm:spPr/>
      <dgm:t>
        <a:bodyPr/>
        <a:lstStyle/>
        <a:p>
          <a:endParaRPr lang="en-US"/>
        </a:p>
      </dgm:t>
    </dgm:pt>
    <dgm:pt modelId="{5FE674CA-4255-4220-B648-6217F035D7A2}">
      <dgm:prSet/>
      <dgm:spPr/>
      <dgm:t>
        <a:bodyPr/>
        <a:lstStyle/>
        <a:p>
          <a:r>
            <a:rPr lang="en-IE"/>
            <a:t>Real-time monitoring</a:t>
          </a:r>
          <a:endParaRPr lang="en-US"/>
        </a:p>
      </dgm:t>
    </dgm:pt>
    <dgm:pt modelId="{92B95760-DE42-43E1-BB80-3D3D7E6BAA0A}" type="parTrans" cxnId="{73620F5D-156A-49E5-A8CE-7847E2E0BD9A}">
      <dgm:prSet/>
      <dgm:spPr/>
      <dgm:t>
        <a:bodyPr/>
        <a:lstStyle/>
        <a:p>
          <a:endParaRPr lang="en-US"/>
        </a:p>
      </dgm:t>
    </dgm:pt>
    <dgm:pt modelId="{E2C77DDB-6B43-4D22-83C2-1EF49689012F}" type="sibTrans" cxnId="{73620F5D-156A-49E5-A8CE-7847E2E0BD9A}">
      <dgm:prSet/>
      <dgm:spPr/>
      <dgm:t>
        <a:bodyPr/>
        <a:lstStyle/>
        <a:p>
          <a:endParaRPr lang="en-US"/>
        </a:p>
      </dgm:t>
    </dgm:pt>
    <dgm:pt modelId="{71277029-142F-4789-812A-AAC6CE42CE72}">
      <dgm:prSet/>
      <dgm:spPr/>
      <dgm:t>
        <a:bodyPr/>
        <a:lstStyle/>
        <a:p>
          <a:r>
            <a:rPr lang="en-IE"/>
            <a:t>Captures data from sensors and cameras</a:t>
          </a:r>
          <a:endParaRPr lang="en-US"/>
        </a:p>
      </dgm:t>
    </dgm:pt>
    <dgm:pt modelId="{305F9321-5EF5-423D-8C39-E8E990A58C45}" type="parTrans" cxnId="{AA90721D-4836-4813-A43F-2A3ABB8EC78D}">
      <dgm:prSet/>
      <dgm:spPr/>
      <dgm:t>
        <a:bodyPr/>
        <a:lstStyle/>
        <a:p>
          <a:endParaRPr lang="en-US"/>
        </a:p>
      </dgm:t>
    </dgm:pt>
    <dgm:pt modelId="{D8D6D589-0DBE-483D-AEC0-771AC8957EA6}" type="sibTrans" cxnId="{AA90721D-4836-4813-A43F-2A3ABB8EC78D}">
      <dgm:prSet/>
      <dgm:spPr/>
      <dgm:t>
        <a:bodyPr/>
        <a:lstStyle/>
        <a:p>
          <a:endParaRPr lang="en-US"/>
        </a:p>
      </dgm:t>
    </dgm:pt>
    <dgm:pt modelId="{F983F67C-59C7-4BD7-B64F-6F32D093F98E}">
      <dgm:prSet/>
      <dgm:spPr/>
      <dgm:t>
        <a:bodyPr/>
        <a:lstStyle/>
        <a:p>
          <a:r>
            <a:rPr lang="en-IE"/>
            <a:t>Data analysis</a:t>
          </a:r>
          <a:endParaRPr lang="en-US"/>
        </a:p>
      </dgm:t>
    </dgm:pt>
    <dgm:pt modelId="{0617FF4F-74C9-45F5-893F-F7D16A4B0B8A}" type="parTrans" cxnId="{5F6C8A90-6198-4B34-9E25-A59C9867E394}">
      <dgm:prSet/>
      <dgm:spPr/>
      <dgm:t>
        <a:bodyPr/>
        <a:lstStyle/>
        <a:p>
          <a:endParaRPr lang="en-US"/>
        </a:p>
      </dgm:t>
    </dgm:pt>
    <dgm:pt modelId="{C3B5A5ED-F2BE-4C58-A657-248870FCFC80}" type="sibTrans" cxnId="{5F6C8A90-6198-4B34-9E25-A59C9867E394}">
      <dgm:prSet/>
      <dgm:spPr/>
      <dgm:t>
        <a:bodyPr/>
        <a:lstStyle/>
        <a:p>
          <a:endParaRPr lang="en-US"/>
        </a:p>
      </dgm:t>
    </dgm:pt>
    <dgm:pt modelId="{68C845AA-BB8D-4F0E-9726-AF719503CFB4}">
      <dgm:prSet/>
      <dgm:spPr/>
      <dgm:t>
        <a:bodyPr/>
        <a:lstStyle/>
        <a:p>
          <a:r>
            <a:rPr lang="en-IE"/>
            <a:t>Identifies faults</a:t>
          </a:r>
          <a:endParaRPr lang="en-US"/>
        </a:p>
      </dgm:t>
    </dgm:pt>
    <dgm:pt modelId="{A04A31BF-4C52-4A32-9451-A07C298FB1BF}" type="parTrans" cxnId="{F12B830B-FAB0-468A-8C6F-6F249609708C}">
      <dgm:prSet/>
      <dgm:spPr/>
      <dgm:t>
        <a:bodyPr/>
        <a:lstStyle/>
        <a:p>
          <a:endParaRPr lang="en-US"/>
        </a:p>
      </dgm:t>
    </dgm:pt>
    <dgm:pt modelId="{2C0B0212-C63E-4671-9587-0E90DE59C0E2}" type="sibTrans" cxnId="{F12B830B-FAB0-468A-8C6F-6F249609708C}">
      <dgm:prSet/>
      <dgm:spPr/>
      <dgm:t>
        <a:bodyPr/>
        <a:lstStyle/>
        <a:p>
          <a:endParaRPr lang="en-US"/>
        </a:p>
      </dgm:t>
    </dgm:pt>
    <dgm:pt modelId="{6739C27F-13AD-422D-8D85-CC9A23D688D2}">
      <dgm:prSet/>
      <dgm:spPr/>
      <dgm:t>
        <a:bodyPr/>
        <a:lstStyle/>
        <a:p>
          <a:r>
            <a:rPr lang="en-IE"/>
            <a:t>Feedback</a:t>
          </a:r>
          <a:endParaRPr lang="en-US"/>
        </a:p>
      </dgm:t>
    </dgm:pt>
    <dgm:pt modelId="{51EDC9C1-94E1-43AB-AFEE-4E1959F3431F}" type="parTrans" cxnId="{14A37AE4-8FA6-4F4A-8BE2-D8FD8723DD11}">
      <dgm:prSet/>
      <dgm:spPr/>
      <dgm:t>
        <a:bodyPr/>
        <a:lstStyle/>
        <a:p>
          <a:endParaRPr lang="en-US"/>
        </a:p>
      </dgm:t>
    </dgm:pt>
    <dgm:pt modelId="{F79F8218-93FB-41A8-BE82-B00CFE7B00F4}" type="sibTrans" cxnId="{14A37AE4-8FA6-4F4A-8BE2-D8FD8723DD11}">
      <dgm:prSet/>
      <dgm:spPr/>
      <dgm:t>
        <a:bodyPr/>
        <a:lstStyle/>
        <a:p>
          <a:endParaRPr lang="en-US"/>
        </a:p>
      </dgm:t>
    </dgm:pt>
    <dgm:pt modelId="{A8BFCDE2-901C-4334-8831-13C658D79BCF}">
      <dgm:prSet/>
      <dgm:spPr/>
      <dgm:t>
        <a:bodyPr/>
        <a:lstStyle/>
        <a:p>
          <a:r>
            <a:rPr lang="en-IE"/>
            <a:t>Generates report</a:t>
          </a:r>
          <a:endParaRPr lang="en-US"/>
        </a:p>
      </dgm:t>
    </dgm:pt>
    <dgm:pt modelId="{961B50B3-B441-49A7-88C2-ED5FD13D741D}" type="parTrans" cxnId="{973A0E2E-1FC5-4DBC-8F8C-A1259938FB34}">
      <dgm:prSet/>
      <dgm:spPr/>
      <dgm:t>
        <a:bodyPr/>
        <a:lstStyle/>
        <a:p>
          <a:endParaRPr lang="en-US"/>
        </a:p>
      </dgm:t>
    </dgm:pt>
    <dgm:pt modelId="{D6E6991E-B992-47FD-B5B1-EA0526F750F3}" type="sibTrans" cxnId="{973A0E2E-1FC5-4DBC-8F8C-A1259938FB34}">
      <dgm:prSet/>
      <dgm:spPr/>
      <dgm:t>
        <a:bodyPr/>
        <a:lstStyle/>
        <a:p>
          <a:endParaRPr lang="en-US"/>
        </a:p>
      </dgm:t>
    </dgm:pt>
    <dgm:pt modelId="{0DAE271F-4484-44D1-8A62-9BC2A1A62AE3}" type="pres">
      <dgm:prSet presAssocID="{8D6C0BB8-D38B-46DD-81D2-9C1B9030D611}" presName="linear" presStyleCnt="0">
        <dgm:presLayoutVars>
          <dgm:dir/>
          <dgm:animLvl val="lvl"/>
          <dgm:resizeHandles val="exact"/>
        </dgm:presLayoutVars>
      </dgm:prSet>
      <dgm:spPr/>
    </dgm:pt>
    <dgm:pt modelId="{1D3719E6-A6DC-4263-ACF2-B2D999B37720}" type="pres">
      <dgm:prSet presAssocID="{3D069300-C8DD-40BF-9F79-695F3FCA6FDD}" presName="parentLin" presStyleCnt="0"/>
      <dgm:spPr/>
    </dgm:pt>
    <dgm:pt modelId="{7181C5E9-2B41-49DF-BABA-7B7CBA2991CB}" type="pres">
      <dgm:prSet presAssocID="{3D069300-C8DD-40BF-9F79-695F3FCA6FDD}" presName="parentLeftMargin" presStyleLbl="node1" presStyleIdx="0" presStyleCnt="4"/>
      <dgm:spPr/>
    </dgm:pt>
    <dgm:pt modelId="{F0FEDD48-FB05-44DE-99EF-DFC7E83BEA5F}" type="pres">
      <dgm:prSet presAssocID="{3D069300-C8DD-40BF-9F79-695F3FCA6FDD}" presName="parentText" presStyleLbl="node1" presStyleIdx="0" presStyleCnt="4">
        <dgm:presLayoutVars>
          <dgm:chMax val="0"/>
          <dgm:bulletEnabled val="1"/>
        </dgm:presLayoutVars>
      </dgm:prSet>
      <dgm:spPr/>
    </dgm:pt>
    <dgm:pt modelId="{6F95AA51-33FC-4E5C-B2DE-D18305443492}" type="pres">
      <dgm:prSet presAssocID="{3D069300-C8DD-40BF-9F79-695F3FCA6FDD}" presName="negativeSpace" presStyleCnt="0"/>
      <dgm:spPr/>
    </dgm:pt>
    <dgm:pt modelId="{0E571D77-9CB2-422C-8F35-965F59518D89}" type="pres">
      <dgm:prSet presAssocID="{3D069300-C8DD-40BF-9F79-695F3FCA6FDD}" presName="childText" presStyleLbl="conFgAcc1" presStyleIdx="0" presStyleCnt="4">
        <dgm:presLayoutVars>
          <dgm:bulletEnabled val="1"/>
        </dgm:presLayoutVars>
      </dgm:prSet>
      <dgm:spPr/>
    </dgm:pt>
    <dgm:pt modelId="{0455D588-E512-4F55-BE81-976136792A8A}" type="pres">
      <dgm:prSet presAssocID="{275D36DD-CBA3-40C0-BD69-65757D464C81}" presName="spaceBetweenRectangles" presStyleCnt="0"/>
      <dgm:spPr/>
    </dgm:pt>
    <dgm:pt modelId="{AA64960A-3F38-44D4-B1CE-9CFA630A86AB}" type="pres">
      <dgm:prSet presAssocID="{5FE674CA-4255-4220-B648-6217F035D7A2}" presName="parentLin" presStyleCnt="0"/>
      <dgm:spPr/>
    </dgm:pt>
    <dgm:pt modelId="{6C56E5DD-96FB-48B1-BD62-27CDE87D8C9F}" type="pres">
      <dgm:prSet presAssocID="{5FE674CA-4255-4220-B648-6217F035D7A2}" presName="parentLeftMargin" presStyleLbl="node1" presStyleIdx="0" presStyleCnt="4"/>
      <dgm:spPr/>
    </dgm:pt>
    <dgm:pt modelId="{E837976D-8F1B-4816-97F6-D891ABF60ABD}" type="pres">
      <dgm:prSet presAssocID="{5FE674CA-4255-4220-B648-6217F035D7A2}" presName="parentText" presStyleLbl="node1" presStyleIdx="1" presStyleCnt="4">
        <dgm:presLayoutVars>
          <dgm:chMax val="0"/>
          <dgm:bulletEnabled val="1"/>
        </dgm:presLayoutVars>
      </dgm:prSet>
      <dgm:spPr/>
    </dgm:pt>
    <dgm:pt modelId="{632EDD44-F5A7-446A-BBA0-E1E40C0636DE}" type="pres">
      <dgm:prSet presAssocID="{5FE674CA-4255-4220-B648-6217F035D7A2}" presName="negativeSpace" presStyleCnt="0"/>
      <dgm:spPr/>
    </dgm:pt>
    <dgm:pt modelId="{A574748C-FCF7-428A-8FD7-4A4BC100D579}" type="pres">
      <dgm:prSet presAssocID="{5FE674CA-4255-4220-B648-6217F035D7A2}" presName="childText" presStyleLbl="conFgAcc1" presStyleIdx="1" presStyleCnt="4">
        <dgm:presLayoutVars>
          <dgm:bulletEnabled val="1"/>
        </dgm:presLayoutVars>
      </dgm:prSet>
      <dgm:spPr/>
    </dgm:pt>
    <dgm:pt modelId="{877506C1-F6E0-4A68-8927-85C223518DCB}" type="pres">
      <dgm:prSet presAssocID="{E2C77DDB-6B43-4D22-83C2-1EF49689012F}" presName="spaceBetweenRectangles" presStyleCnt="0"/>
      <dgm:spPr/>
    </dgm:pt>
    <dgm:pt modelId="{426A0576-EE82-4CA3-98F2-26F541E341FA}" type="pres">
      <dgm:prSet presAssocID="{F983F67C-59C7-4BD7-B64F-6F32D093F98E}" presName="parentLin" presStyleCnt="0"/>
      <dgm:spPr/>
    </dgm:pt>
    <dgm:pt modelId="{15814599-D223-4D8F-AE76-C6FDE51B08D1}" type="pres">
      <dgm:prSet presAssocID="{F983F67C-59C7-4BD7-B64F-6F32D093F98E}" presName="parentLeftMargin" presStyleLbl="node1" presStyleIdx="1" presStyleCnt="4"/>
      <dgm:spPr/>
    </dgm:pt>
    <dgm:pt modelId="{6028E384-1CF8-43C5-872A-60CF1DEF5BDF}" type="pres">
      <dgm:prSet presAssocID="{F983F67C-59C7-4BD7-B64F-6F32D093F98E}" presName="parentText" presStyleLbl="node1" presStyleIdx="2" presStyleCnt="4">
        <dgm:presLayoutVars>
          <dgm:chMax val="0"/>
          <dgm:bulletEnabled val="1"/>
        </dgm:presLayoutVars>
      </dgm:prSet>
      <dgm:spPr/>
    </dgm:pt>
    <dgm:pt modelId="{C38FFDBD-1029-478E-8718-7ABFC7B06EEA}" type="pres">
      <dgm:prSet presAssocID="{F983F67C-59C7-4BD7-B64F-6F32D093F98E}" presName="negativeSpace" presStyleCnt="0"/>
      <dgm:spPr/>
    </dgm:pt>
    <dgm:pt modelId="{2C86F76E-F73E-4AA5-9F53-8AAF16B25F4B}" type="pres">
      <dgm:prSet presAssocID="{F983F67C-59C7-4BD7-B64F-6F32D093F98E}" presName="childText" presStyleLbl="conFgAcc1" presStyleIdx="2" presStyleCnt="4">
        <dgm:presLayoutVars>
          <dgm:bulletEnabled val="1"/>
        </dgm:presLayoutVars>
      </dgm:prSet>
      <dgm:spPr/>
    </dgm:pt>
    <dgm:pt modelId="{0CC1D6E5-D5D9-4E07-834E-C29CFB890F99}" type="pres">
      <dgm:prSet presAssocID="{C3B5A5ED-F2BE-4C58-A657-248870FCFC80}" presName="spaceBetweenRectangles" presStyleCnt="0"/>
      <dgm:spPr/>
    </dgm:pt>
    <dgm:pt modelId="{536DA3A9-599F-46A7-A53F-84FFD191BCD1}" type="pres">
      <dgm:prSet presAssocID="{6739C27F-13AD-422D-8D85-CC9A23D688D2}" presName="parentLin" presStyleCnt="0"/>
      <dgm:spPr/>
    </dgm:pt>
    <dgm:pt modelId="{1A7BB4AD-04B6-45DF-BA67-B14352CA81A7}" type="pres">
      <dgm:prSet presAssocID="{6739C27F-13AD-422D-8D85-CC9A23D688D2}" presName="parentLeftMargin" presStyleLbl="node1" presStyleIdx="2" presStyleCnt="4"/>
      <dgm:spPr/>
    </dgm:pt>
    <dgm:pt modelId="{561C8B09-4723-42C9-BB6F-A3316FC7807D}" type="pres">
      <dgm:prSet presAssocID="{6739C27F-13AD-422D-8D85-CC9A23D688D2}" presName="parentText" presStyleLbl="node1" presStyleIdx="3" presStyleCnt="4">
        <dgm:presLayoutVars>
          <dgm:chMax val="0"/>
          <dgm:bulletEnabled val="1"/>
        </dgm:presLayoutVars>
      </dgm:prSet>
      <dgm:spPr/>
    </dgm:pt>
    <dgm:pt modelId="{6FFD91C8-29EC-429E-8265-0EF0C6B1240B}" type="pres">
      <dgm:prSet presAssocID="{6739C27F-13AD-422D-8D85-CC9A23D688D2}" presName="negativeSpace" presStyleCnt="0"/>
      <dgm:spPr/>
    </dgm:pt>
    <dgm:pt modelId="{C73E534A-5722-473B-BC78-D5CEB0701ECC}" type="pres">
      <dgm:prSet presAssocID="{6739C27F-13AD-422D-8D85-CC9A23D688D2}" presName="childText" presStyleLbl="conFgAcc1" presStyleIdx="3" presStyleCnt="4">
        <dgm:presLayoutVars>
          <dgm:bulletEnabled val="1"/>
        </dgm:presLayoutVars>
      </dgm:prSet>
      <dgm:spPr/>
    </dgm:pt>
  </dgm:ptLst>
  <dgm:cxnLst>
    <dgm:cxn modelId="{F3541600-180A-41B9-9B41-01CFA4FA019D}" type="presOf" srcId="{F983F67C-59C7-4BD7-B64F-6F32D093F98E}" destId="{6028E384-1CF8-43C5-872A-60CF1DEF5BDF}" srcOrd="1" destOrd="0" presId="urn:microsoft.com/office/officeart/2005/8/layout/list1"/>
    <dgm:cxn modelId="{4EBC8802-B8F8-43A9-A6A4-EF8E2A4D50D4}" srcId="{3D069300-C8DD-40BF-9F79-695F3FCA6FDD}" destId="{0C43283D-1825-4C48-99B8-5D315233E873}" srcOrd="1" destOrd="0" parTransId="{9B89D7F9-64E9-41D0-B71D-0C606BDD8DE1}" sibTransId="{8FBF39AC-BF7A-4F2D-A4F3-B3DAF5239809}"/>
    <dgm:cxn modelId="{ACA97C08-60F3-466F-90CB-DCE791F631D5}" type="presOf" srcId="{B83AC9F6-FFAD-4ADE-90BB-76A754047531}" destId="{0E571D77-9CB2-422C-8F35-965F59518D89}" srcOrd="0" destOrd="0" presId="urn:microsoft.com/office/officeart/2005/8/layout/list1"/>
    <dgm:cxn modelId="{F12B830B-FAB0-468A-8C6F-6F249609708C}" srcId="{F983F67C-59C7-4BD7-B64F-6F32D093F98E}" destId="{68C845AA-BB8D-4F0E-9726-AF719503CFB4}" srcOrd="0" destOrd="0" parTransId="{A04A31BF-4C52-4A32-9451-A07C298FB1BF}" sibTransId="{2C0B0212-C63E-4671-9587-0E90DE59C0E2}"/>
    <dgm:cxn modelId="{B746500E-66C4-4AFA-914C-3D03E268B502}" type="presOf" srcId="{5FE674CA-4255-4220-B648-6217F035D7A2}" destId="{E837976D-8F1B-4816-97F6-D891ABF60ABD}" srcOrd="1" destOrd="0" presId="urn:microsoft.com/office/officeart/2005/8/layout/list1"/>
    <dgm:cxn modelId="{AA90721D-4836-4813-A43F-2A3ABB8EC78D}" srcId="{5FE674CA-4255-4220-B648-6217F035D7A2}" destId="{71277029-142F-4789-812A-AAC6CE42CE72}" srcOrd="0" destOrd="0" parTransId="{305F9321-5EF5-423D-8C39-E8E990A58C45}" sibTransId="{D8D6D589-0DBE-483D-AEC0-771AC8957EA6}"/>
    <dgm:cxn modelId="{973A0E2E-1FC5-4DBC-8F8C-A1259938FB34}" srcId="{6739C27F-13AD-422D-8D85-CC9A23D688D2}" destId="{A8BFCDE2-901C-4334-8831-13C658D79BCF}" srcOrd="0" destOrd="0" parTransId="{961B50B3-B441-49A7-88C2-ED5FD13D741D}" sibTransId="{D6E6991E-B992-47FD-B5B1-EA0526F750F3}"/>
    <dgm:cxn modelId="{BFD4D63A-9E95-4FD2-A24D-235B90CADCE7}" type="presOf" srcId="{8D6C0BB8-D38B-46DD-81D2-9C1B9030D611}" destId="{0DAE271F-4484-44D1-8A62-9BC2A1A62AE3}" srcOrd="0" destOrd="0" presId="urn:microsoft.com/office/officeart/2005/8/layout/list1"/>
    <dgm:cxn modelId="{73620F5D-156A-49E5-A8CE-7847E2E0BD9A}" srcId="{8D6C0BB8-D38B-46DD-81D2-9C1B9030D611}" destId="{5FE674CA-4255-4220-B648-6217F035D7A2}" srcOrd="1" destOrd="0" parTransId="{92B95760-DE42-43E1-BB80-3D3D7E6BAA0A}" sibTransId="{E2C77DDB-6B43-4D22-83C2-1EF49689012F}"/>
    <dgm:cxn modelId="{406AF15D-2A0A-4258-BF0D-91412DF06BF8}" type="presOf" srcId="{68C845AA-BB8D-4F0E-9726-AF719503CFB4}" destId="{2C86F76E-F73E-4AA5-9F53-8AAF16B25F4B}" srcOrd="0" destOrd="0" presId="urn:microsoft.com/office/officeart/2005/8/layout/list1"/>
    <dgm:cxn modelId="{6B588941-9E35-44FB-9028-D03F6F8CDA3D}" type="presOf" srcId="{0C43283D-1825-4C48-99B8-5D315233E873}" destId="{0E571D77-9CB2-422C-8F35-965F59518D89}" srcOrd="0" destOrd="1" presId="urn:microsoft.com/office/officeart/2005/8/layout/list1"/>
    <dgm:cxn modelId="{CD0FFD6E-C2BB-43B4-90C4-0FDD6D55A252}" type="presOf" srcId="{6739C27F-13AD-422D-8D85-CC9A23D688D2}" destId="{1A7BB4AD-04B6-45DF-BA67-B14352CA81A7}" srcOrd="0" destOrd="0" presId="urn:microsoft.com/office/officeart/2005/8/layout/list1"/>
    <dgm:cxn modelId="{10163170-E0BA-4DD9-B165-D47BFB890B8E}" srcId="{3D069300-C8DD-40BF-9F79-695F3FCA6FDD}" destId="{B83AC9F6-FFAD-4ADE-90BB-76A754047531}" srcOrd="0" destOrd="0" parTransId="{9B86D5CA-7D14-4FE3-A915-BF6901A815B6}" sibTransId="{A9765F85-CD6B-4CBE-99A6-4CC1CD1C70DA}"/>
    <dgm:cxn modelId="{E035FC86-EB7C-4D98-A4B8-7AC8B00A82D6}" type="presOf" srcId="{A8BFCDE2-901C-4334-8831-13C658D79BCF}" destId="{C73E534A-5722-473B-BC78-D5CEB0701ECC}" srcOrd="0" destOrd="0" presId="urn:microsoft.com/office/officeart/2005/8/layout/list1"/>
    <dgm:cxn modelId="{5F6C8A90-6198-4B34-9E25-A59C9867E394}" srcId="{8D6C0BB8-D38B-46DD-81D2-9C1B9030D611}" destId="{F983F67C-59C7-4BD7-B64F-6F32D093F98E}" srcOrd="2" destOrd="0" parTransId="{0617FF4F-74C9-45F5-893F-F7D16A4B0B8A}" sibTransId="{C3B5A5ED-F2BE-4C58-A657-248870FCFC80}"/>
    <dgm:cxn modelId="{A0904C9B-C75F-47F1-AC89-F163F279EDCD}" type="presOf" srcId="{5FE674CA-4255-4220-B648-6217F035D7A2}" destId="{6C56E5DD-96FB-48B1-BD62-27CDE87D8C9F}" srcOrd="0" destOrd="0" presId="urn:microsoft.com/office/officeart/2005/8/layout/list1"/>
    <dgm:cxn modelId="{2A0056C4-796C-4764-BADF-3AA30442962B}" type="presOf" srcId="{F983F67C-59C7-4BD7-B64F-6F32D093F98E}" destId="{15814599-D223-4D8F-AE76-C6FDE51B08D1}" srcOrd="0" destOrd="0" presId="urn:microsoft.com/office/officeart/2005/8/layout/list1"/>
    <dgm:cxn modelId="{191EDDCA-230C-4592-883C-FE42E2389CB3}" srcId="{8D6C0BB8-D38B-46DD-81D2-9C1B9030D611}" destId="{3D069300-C8DD-40BF-9F79-695F3FCA6FDD}" srcOrd="0" destOrd="0" parTransId="{4BE7228D-1FBA-4A64-9789-8A9B82BBC0D1}" sibTransId="{275D36DD-CBA3-40C0-BD69-65757D464C81}"/>
    <dgm:cxn modelId="{DA5C99CE-1112-4001-A867-4F48267BCA7D}" type="presOf" srcId="{6739C27F-13AD-422D-8D85-CC9A23D688D2}" destId="{561C8B09-4723-42C9-BB6F-A3316FC7807D}" srcOrd="1" destOrd="0" presId="urn:microsoft.com/office/officeart/2005/8/layout/list1"/>
    <dgm:cxn modelId="{14A37AE4-8FA6-4F4A-8BE2-D8FD8723DD11}" srcId="{8D6C0BB8-D38B-46DD-81D2-9C1B9030D611}" destId="{6739C27F-13AD-422D-8D85-CC9A23D688D2}" srcOrd="3" destOrd="0" parTransId="{51EDC9C1-94E1-43AB-AFEE-4E1959F3431F}" sibTransId="{F79F8218-93FB-41A8-BE82-B00CFE7B00F4}"/>
    <dgm:cxn modelId="{5E219FF0-BE18-4807-A736-4603E9FE83AC}" type="presOf" srcId="{3D069300-C8DD-40BF-9F79-695F3FCA6FDD}" destId="{F0FEDD48-FB05-44DE-99EF-DFC7E83BEA5F}" srcOrd="1" destOrd="0" presId="urn:microsoft.com/office/officeart/2005/8/layout/list1"/>
    <dgm:cxn modelId="{F365A1F6-2D0D-4278-BB98-9EF79DB4CE5F}" type="presOf" srcId="{3D069300-C8DD-40BF-9F79-695F3FCA6FDD}" destId="{7181C5E9-2B41-49DF-BABA-7B7CBA2991CB}" srcOrd="0" destOrd="0" presId="urn:microsoft.com/office/officeart/2005/8/layout/list1"/>
    <dgm:cxn modelId="{A6BD7CFA-EC71-4D67-A0CA-9D08BB2D03E8}" type="presOf" srcId="{71277029-142F-4789-812A-AAC6CE42CE72}" destId="{A574748C-FCF7-428A-8FD7-4A4BC100D579}" srcOrd="0" destOrd="0" presId="urn:microsoft.com/office/officeart/2005/8/layout/list1"/>
    <dgm:cxn modelId="{F606530C-7663-48E0-BCC5-908FA11941A5}" type="presParOf" srcId="{0DAE271F-4484-44D1-8A62-9BC2A1A62AE3}" destId="{1D3719E6-A6DC-4263-ACF2-B2D999B37720}" srcOrd="0" destOrd="0" presId="urn:microsoft.com/office/officeart/2005/8/layout/list1"/>
    <dgm:cxn modelId="{400FAF78-789C-4445-A78D-BAEEF6F7D704}" type="presParOf" srcId="{1D3719E6-A6DC-4263-ACF2-B2D999B37720}" destId="{7181C5E9-2B41-49DF-BABA-7B7CBA2991CB}" srcOrd="0" destOrd="0" presId="urn:microsoft.com/office/officeart/2005/8/layout/list1"/>
    <dgm:cxn modelId="{025CC3DF-5A70-429B-B63F-AF10FF446640}" type="presParOf" srcId="{1D3719E6-A6DC-4263-ACF2-B2D999B37720}" destId="{F0FEDD48-FB05-44DE-99EF-DFC7E83BEA5F}" srcOrd="1" destOrd="0" presId="urn:microsoft.com/office/officeart/2005/8/layout/list1"/>
    <dgm:cxn modelId="{16E4CA91-8BB3-479B-B664-9CF9A86DE7F7}" type="presParOf" srcId="{0DAE271F-4484-44D1-8A62-9BC2A1A62AE3}" destId="{6F95AA51-33FC-4E5C-B2DE-D18305443492}" srcOrd="1" destOrd="0" presId="urn:microsoft.com/office/officeart/2005/8/layout/list1"/>
    <dgm:cxn modelId="{4047F609-DFFE-4ECD-942E-37B1139792B1}" type="presParOf" srcId="{0DAE271F-4484-44D1-8A62-9BC2A1A62AE3}" destId="{0E571D77-9CB2-422C-8F35-965F59518D89}" srcOrd="2" destOrd="0" presId="urn:microsoft.com/office/officeart/2005/8/layout/list1"/>
    <dgm:cxn modelId="{E23F14E2-A376-4700-B87F-7142D0E7D75A}" type="presParOf" srcId="{0DAE271F-4484-44D1-8A62-9BC2A1A62AE3}" destId="{0455D588-E512-4F55-BE81-976136792A8A}" srcOrd="3" destOrd="0" presId="urn:microsoft.com/office/officeart/2005/8/layout/list1"/>
    <dgm:cxn modelId="{4054F3CC-981C-4E66-A6A9-1C698D0D44A6}" type="presParOf" srcId="{0DAE271F-4484-44D1-8A62-9BC2A1A62AE3}" destId="{AA64960A-3F38-44D4-B1CE-9CFA630A86AB}" srcOrd="4" destOrd="0" presId="urn:microsoft.com/office/officeart/2005/8/layout/list1"/>
    <dgm:cxn modelId="{CAB87C61-71F6-4E48-8148-D736A9719233}" type="presParOf" srcId="{AA64960A-3F38-44D4-B1CE-9CFA630A86AB}" destId="{6C56E5DD-96FB-48B1-BD62-27CDE87D8C9F}" srcOrd="0" destOrd="0" presId="urn:microsoft.com/office/officeart/2005/8/layout/list1"/>
    <dgm:cxn modelId="{B965DE96-382F-4803-AC37-92F5275F6F0D}" type="presParOf" srcId="{AA64960A-3F38-44D4-B1CE-9CFA630A86AB}" destId="{E837976D-8F1B-4816-97F6-D891ABF60ABD}" srcOrd="1" destOrd="0" presId="urn:microsoft.com/office/officeart/2005/8/layout/list1"/>
    <dgm:cxn modelId="{0DDAFB1E-DD15-40BA-AAC2-0DA39DE0E461}" type="presParOf" srcId="{0DAE271F-4484-44D1-8A62-9BC2A1A62AE3}" destId="{632EDD44-F5A7-446A-BBA0-E1E40C0636DE}" srcOrd="5" destOrd="0" presId="urn:microsoft.com/office/officeart/2005/8/layout/list1"/>
    <dgm:cxn modelId="{ACF7B543-2A63-44B7-B344-0924B7DA49FC}" type="presParOf" srcId="{0DAE271F-4484-44D1-8A62-9BC2A1A62AE3}" destId="{A574748C-FCF7-428A-8FD7-4A4BC100D579}" srcOrd="6" destOrd="0" presId="urn:microsoft.com/office/officeart/2005/8/layout/list1"/>
    <dgm:cxn modelId="{760D7746-E9C2-4A5F-ABD2-BA5756244B27}" type="presParOf" srcId="{0DAE271F-4484-44D1-8A62-9BC2A1A62AE3}" destId="{877506C1-F6E0-4A68-8927-85C223518DCB}" srcOrd="7" destOrd="0" presId="urn:microsoft.com/office/officeart/2005/8/layout/list1"/>
    <dgm:cxn modelId="{83E1DF42-9BD2-4998-A776-4011EA9D8D41}" type="presParOf" srcId="{0DAE271F-4484-44D1-8A62-9BC2A1A62AE3}" destId="{426A0576-EE82-4CA3-98F2-26F541E341FA}" srcOrd="8" destOrd="0" presId="urn:microsoft.com/office/officeart/2005/8/layout/list1"/>
    <dgm:cxn modelId="{57FF263D-3410-4638-8BE8-1A09BD850BD6}" type="presParOf" srcId="{426A0576-EE82-4CA3-98F2-26F541E341FA}" destId="{15814599-D223-4D8F-AE76-C6FDE51B08D1}" srcOrd="0" destOrd="0" presId="urn:microsoft.com/office/officeart/2005/8/layout/list1"/>
    <dgm:cxn modelId="{82282847-F907-44B3-B7CC-B9CAB1BE65FE}" type="presParOf" srcId="{426A0576-EE82-4CA3-98F2-26F541E341FA}" destId="{6028E384-1CF8-43C5-872A-60CF1DEF5BDF}" srcOrd="1" destOrd="0" presId="urn:microsoft.com/office/officeart/2005/8/layout/list1"/>
    <dgm:cxn modelId="{90F69CF3-0917-498C-8250-561158D1C783}" type="presParOf" srcId="{0DAE271F-4484-44D1-8A62-9BC2A1A62AE3}" destId="{C38FFDBD-1029-478E-8718-7ABFC7B06EEA}" srcOrd="9" destOrd="0" presId="urn:microsoft.com/office/officeart/2005/8/layout/list1"/>
    <dgm:cxn modelId="{FAB5D9B2-8293-4523-8383-1231ACC8B751}" type="presParOf" srcId="{0DAE271F-4484-44D1-8A62-9BC2A1A62AE3}" destId="{2C86F76E-F73E-4AA5-9F53-8AAF16B25F4B}" srcOrd="10" destOrd="0" presId="urn:microsoft.com/office/officeart/2005/8/layout/list1"/>
    <dgm:cxn modelId="{6DDA8C80-FE27-4148-A37E-9157786CF973}" type="presParOf" srcId="{0DAE271F-4484-44D1-8A62-9BC2A1A62AE3}" destId="{0CC1D6E5-D5D9-4E07-834E-C29CFB890F99}" srcOrd="11" destOrd="0" presId="urn:microsoft.com/office/officeart/2005/8/layout/list1"/>
    <dgm:cxn modelId="{9661568B-C5B3-481F-ABED-77BB865D79A6}" type="presParOf" srcId="{0DAE271F-4484-44D1-8A62-9BC2A1A62AE3}" destId="{536DA3A9-599F-46A7-A53F-84FFD191BCD1}" srcOrd="12" destOrd="0" presId="urn:microsoft.com/office/officeart/2005/8/layout/list1"/>
    <dgm:cxn modelId="{B6DB2FE6-2EF5-4816-96E0-00721E9A1AFF}" type="presParOf" srcId="{536DA3A9-599F-46A7-A53F-84FFD191BCD1}" destId="{1A7BB4AD-04B6-45DF-BA67-B14352CA81A7}" srcOrd="0" destOrd="0" presId="urn:microsoft.com/office/officeart/2005/8/layout/list1"/>
    <dgm:cxn modelId="{FE897DE1-46FD-40E6-80F8-BC5D9045AE46}" type="presParOf" srcId="{536DA3A9-599F-46A7-A53F-84FFD191BCD1}" destId="{561C8B09-4723-42C9-BB6F-A3316FC7807D}" srcOrd="1" destOrd="0" presId="urn:microsoft.com/office/officeart/2005/8/layout/list1"/>
    <dgm:cxn modelId="{AA5C9FD6-12E6-4E43-9E8D-CD3E48988A67}" type="presParOf" srcId="{0DAE271F-4484-44D1-8A62-9BC2A1A62AE3}" destId="{6FFD91C8-29EC-429E-8265-0EF0C6B1240B}" srcOrd="13" destOrd="0" presId="urn:microsoft.com/office/officeart/2005/8/layout/list1"/>
    <dgm:cxn modelId="{6A69F859-46FD-46A8-B27E-BAF9AD4415E3}" type="presParOf" srcId="{0DAE271F-4484-44D1-8A62-9BC2A1A62AE3}" destId="{C73E534A-5722-473B-BC78-D5CEB0701ECC}"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5390B-9AD1-46DC-9DF0-1B466B9642F4}">
      <dsp:nvSpPr>
        <dsp:cNvPr id="0" name=""/>
        <dsp:cNvSpPr/>
      </dsp:nvSpPr>
      <dsp:spPr>
        <a:xfrm>
          <a:off x="949" y="612235"/>
          <a:ext cx="1318570" cy="13185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B5068FA-6880-472E-8D23-52D38276191A}">
      <dsp:nvSpPr>
        <dsp:cNvPr id="0" name=""/>
        <dsp:cNvSpPr/>
      </dsp:nvSpPr>
      <dsp:spPr>
        <a:xfrm>
          <a:off x="949" y="2058444"/>
          <a:ext cx="3767343" cy="5651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511300">
            <a:lnSpc>
              <a:spcPct val="90000"/>
            </a:lnSpc>
            <a:spcBef>
              <a:spcPct val="0"/>
            </a:spcBef>
            <a:spcAft>
              <a:spcPct val="35000"/>
            </a:spcAft>
            <a:buNone/>
            <a:defRPr b="1"/>
          </a:pPr>
          <a:r>
            <a:rPr lang="en-IE" sz="3400" kern="1200"/>
            <a:t>Client-side Modules</a:t>
          </a:r>
          <a:endParaRPr lang="en-US" sz="3400" kern="1200"/>
        </a:p>
      </dsp:txBody>
      <dsp:txXfrm>
        <a:off x="949" y="2058444"/>
        <a:ext cx="3767343" cy="565101"/>
      </dsp:txXfrm>
    </dsp:sp>
    <dsp:sp modelId="{AFCBF0D3-F82C-4B25-9DAC-B62C05D9FAF1}">
      <dsp:nvSpPr>
        <dsp:cNvPr id="0" name=""/>
        <dsp:cNvSpPr/>
      </dsp:nvSpPr>
      <dsp:spPr>
        <a:xfrm>
          <a:off x="949" y="2682912"/>
          <a:ext cx="3767343" cy="8976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IE" sz="1700" kern="1200"/>
            <a:t>Camera Module</a:t>
          </a:r>
          <a:endParaRPr lang="en-US" sz="1700" kern="1200"/>
        </a:p>
        <a:p>
          <a:pPr marL="0" lvl="0" indent="0" algn="l" defTabSz="755650">
            <a:lnSpc>
              <a:spcPct val="90000"/>
            </a:lnSpc>
            <a:spcBef>
              <a:spcPct val="0"/>
            </a:spcBef>
            <a:spcAft>
              <a:spcPct val="35000"/>
            </a:spcAft>
            <a:buNone/>
          </a:pPr>
          <a:r>
            <a:rPr lang="en-IE" sz="1700" kern="1200"/>
            <a:t>Sensor Data Module</a:t>
          </a:r>
          <a:endParaRPr lang="en-US" sz="1700" kern="1200"/>
        </a:p>
        <a:p>
          <a:pPr marL="0" lvl="0" indent="0" algn="l" defTabSz="755650">
            <a:lnSpc>
              <a:spcPct val="90000"/>
            </a:lnSpc>
            <a:spcBef>
              <a:spcPct val="0"/>
            </a:spcBef>
            <a:spcAft>
              <a:spcPct val="35000"/>
            </a:spcAft>
            <a:buNone/>
          </a:pPr>
          <a:r>
            <a:rPr lang="en-IE" sz="1700" kern="1200"/>
            <a:t>Route Module</a:t>
          </a:r>
          <a:endParaRPr lang="en-US" sz="1700" kern="1200"/>
        </a:p>
      </dsp:txBody>
      <dsp:txXfrm>
        <a:off x="949" y="2682912"/>
        <a:ext cx="3767343" cy="897657"/>
      </dsp:txXfrm>
    </dsp:sp>
    <dsp:sp modelId="{5F49DBEA-92A9-4902-98A1-FE08A18891F0}">
      <dsp:nvSpPr>
        <dsp:cNvPr id="0" name=""/>
        <dsp:cNvSpPr/>
      </dsp:nvSpPr>
      <dsp:spPr>
        <a:xfrm>
          <a:off x="4427578" y="612235"/>
          <a:ext cx="1318570" cy="13185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CE5A2B1-EF20-44CD-9F72-3C8284B5AEDD}">
      <dsp:nvSpPr>
        <dsp:cNvPr id="0" name=""/>
        <dsp:cNvSpPr/>
      </dsp:nvSpPr>
      <dsp:spPr>
        <a:xfrm>
          <a:off x="4427578" y="2058444"/>
          <a:ext cx="3767343" cy="5651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511300">
            <a:lnSpc>
              <a:spcPct val="90000"/>
            </a:lnSpc>
            <a:spcBef>
              <a:spcPct val="0"/>
            </a:spcBef>
            <a:spcAft>
              <a:spcPct val="35000"/>
            </a:spcAft>
            <a:buNone/>
            <a:defRPr b="1"/>
          </a:pPr>
          <a:r>
            <a:rPr lang="en-IE" sz="3400" kern="1200"/>
            <a:t>Server-side Modules</a:t>
          </a:r>
          <a:endParaRPr lang="en-US" sz="3400" kern="1200"/>
        </a:p>
      </dsp:txBody>
      <dsp:txXfrm>
        <a:off x="4427578" y="2058444"/>
        <a:ext cx="3767343" cy="565101"/>
      </dsp:txXfrm>
    </dsp:sp>
    <dsp:sp modelId="{FE5FDECD-8EFE-4DD1-9092-71A515C00175}">
      <dsp:nvSpPr>
        <dsp:cNvPr id="0" name=""/>
        <dsp:cNvSpPr/>
      </dsp:nvSpPr>
      <dsp:spPr>
        <a:xfrm>
          <a:off x="4427578" y="2682912"/>
          <a:ext cx="3767343" cy="8976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pPr>
          <a:r>
            <a:rPr lang="en-GB" sz="1700" kern="1200"/>
            <a:t>Feedback Module</a:t>
          </a:r>
          <a:endParaRPr lang="en-US" sz="1700" kern="1200"/>
        </a:p>
        <a:p>
          <a:pPr marL="0" lvl="0" indent="0" algn="l" defTabSz="755650">
            <a:lnSpc>
              <a:spcPct val="90000"/>
            </a:lnSpc>
            <a:spcBef>
              <a:spcPct val="0"/>
            </a:spcBef>
            <a:spcAft>
              <a:spcPct val="35000"/>
            </a:spcAft>
            <a:buNone/>
          </a:pPr>
          <a:r>
            <a:rPr lang="en-GB" sz="1700" kern="1200"/>
            <a:t>Data Storage</a:t>
          </a:r>
          <a:endParaRPr lang="en-US" sz="1700" kern="1200"/>
        </a:p>
      </dsp:txBody>
      <dsp:txXfrm>
        <a:off x="4427578" y="2682912"/>
        <a:ext cx="3767343" cy="8976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571D77-9CB2-422C-8F35-965F59518D89}">
      <dsp:nvSpPr>
        <dsp:cNvPr id="0" name=""/>
        <dsp:cNvSpPr/>
      </dsp:nvSpPr>
      <dsp:spPr>
        <a:xfrm>
          <a:off x="0" y="430790"/>
          <a:ext cx="4718785" cy="1107225"/>
        </a:xfrm>
        <a:prstGeom prst="rect">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6230" tIns="395732" rIns="366230" bIns="135128" numCol="1" spcCol="1270" anchor="t" anchorCtr="0">
          <a:noAutofit/>
        </a:bodyPr>
        <a:lstStyle/>
        <a:p>
          <a:pPr marL="171450" lvl="1" indent="-171450" algn="l" defTabSz="844550">
            <a:lnSpc>
              <a:spcPct val="90000"/>
            </a:lnSpc>
            <a:spcBef>
              <a:spcPct val="0"/>
            </a:spcBef>
            <a:spcAft>
              <a:spcPct val="15000"/>
            </a:spcAft>
            <a:buChar char="•"/>
          </a:pPr>
          <a:r>
            <a:rPr lang="en-IE" sz="1900" kern="1200"/>
            <a:t>Permissions for camera and sensors</a:t>
          </a:r>
          <a:endParaRPr lang="en-US" sz="1900" kern="1200"/>
        </a:p>
        <a:p>
          <a:pPr marL="171450" lvl="1" indent="-171450" algn="l" defTabSz="844550">
            <a:lnSpc>
              <a:spcPct val="90000"/>
            </a:lnSpc>
            <a:spcBef>
              <a:spcPct val="0"/>
            </a:spcBef>
            <a:spcAft>
              <a:spcPct val="15000"/>
            </a:spcAft>
            <a:buChar char="•"/>
          </a:pPr>
          <a:r>
            <a:rPr lang="en-IE" sz="1900" kern="1200"/>
            <a:t>Select routes or create custom routes</a:t>
          </a:r>
          <a:endParaRPr lang="en-US" sz="1900" kern="1200"/>
        </a:p>
      </dsp:txBody>
      <dsp:txXfrm>
        <a:off x="0" y="430790"/>
        <a:ext cx="4718785" cy="1107225"/>
      </dsp:txXfrm>
    </dsp:sp>
    <dsp:sp modelId="{F0FEDD48-FB05-44DE-99EF-DFC7E83BEA5F}">
      <dsp:nvSpPr>
        <dsp:cNvPr id="0" name=""/>
        <dsp:cNvSpPr/>
      </dsp:nvSpPr>
      <dsp:spPr>
        <a:xfrm>
          <a:off x="235939" y="150350"/>
          <a:ext cx="3303149" cy="56088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4851" tIns="0" rIns="124851" bIns="0" numCol="1" spcCol="1270" anchor="ctr" anchorCtr="0">
          <a:noAutofit/>
        </a:bodyPr>
        <a:lstStyle/>
        <a:p>
          <a:pPr marL="0" lvl="0" indent="0" algn="l" defTabSz="844550">
            <a:lnSpc>
              <a:spcPct val="90000"/>
            </a:lnSpc>
            <a:spcBef>
              <a:spcPct val="0"/>
            </a:spcBef>
            <a:spcAft>
              <a:spcPct val="35000"/>
            </a:spcAft>
            <a:buNone/>
          </a:pPr>
          <a:r>
            <a:rPr lang="en-IE" sz="1900" kern="1200"/>
            <a:t>Setup</a:t>
          </a:r>
          <a:endParaRPr lang="en-US" sz="1900" kern="1200"/>
        </a:p>
      </dsp:txBody>
      <dsp:txXfrm>
        <a:off x="263319" y="177730"/>
        <a:ext cx="3248389" cy="506120"/>
      </dsp:txXfrm>
    </dsp:sp>
    <dsp:sp modelId="{A574748C-FCF7-428A-8FD7-4A4BC100D579}">
      <dsp:nvSpPr>
        <dsp:cNvPr id="0" name=""/>
        <dsp:cNvSpPr/>
      </dsp:nvSpPr>
      <dsp:spPr>
        <a:xfrm>
          <a:off x="0" y="1921055"/>
          <a:ext cx="4718785" cy="1077300"/>
        </a:xfrm>
        <a:prstGeom prst="rect">
          <a:avLst/>
        </a:prstGeom>
        <a:solidFill>
          <a:schemeClr val="lt1">
            <a:alpha val="90000"/>
            <a:hueOff val="0"/>
            <a:satOff val="0"/>
            <a:lumOff val="0"/>
            <a:alphaOff val="0"/>
          </a:schemeClr>
        </a:solidFill>
        <a:ln w="25400" cap="flat" cmpd="sng" algn="ctr">
          <a:solidFill>
            <a:schemeClr val="accent5">
              <a:hueOff val="-3311292"/>
              <a:satOff val="13270"/>
              <a:lumOff val="287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6230" tIns="395732" rIns="366230" bIns="135128" numCol="1" spcCol="1270" anchor="t" anchorCtr="0">
          <a:noAutofit/>
        </a:bodyPr>
        <a:lstStyle/>
        <a:p>
          <a:pPr marL="171450" lvl="1" indent="-171450" algn="l" defTabSz="844550">
            <a:lnSpc>
              <a:spcPct val="90000"/>
            </a:lnSpc>
            <a:spcBef>
              <a:spcPct val="0"/>
            </a:spcBef>
            <a:spcAft>
              <a:spcPct val="15000"/>
            </a:spcAft>
            <a:buChar char="•"/>
          </a:pPr>
          <a:r>
            <a:rPr lang="en-IE" sz="1900" kern="1200"/>
            <a:t>Captures data from sensors and cameras</a:t>
          </a:r>
          <a:endParaRPr lang="en-US" sz="1900" kern="1200"/>
        </a:p>
      </dsp:txBody>
      <dsp:txXfrm>
        <a:off x="0" y="1921055"/>
        <a:ext cx="4718785" cy="1077300"/>
      </dsp:txXfrm>
    </dsp:sp>
    <dsp:sp modelId="{E837976D-8F1B-4816-97F6-D891ABF60ABD}">
      <dsp:nvSpPr>
        <dsp:cNvPr id="0" name=""/>
        <dsp:cNvSpPr/>
      </dsp:nvSpPr>
      <dsp:spPr>
        <a:xfrm>
          <a:off x="235939" y="1640615"/>
          <a:ext cx="3303149" cy="560880"/>
        </a:xfrm>
        <a:prstGeom prst="roundRect">
          <a:avLst/>
        </a:prstGeom>
        <a:solidFill>
          <a:schemeClr val="accent5">
            <a:hueOff val="-3311292"/>
            <a:satOff val="13270"/>
            <a:lumOff val="287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4851" tIns="0" rIns="124851" bIns="0" numCol="1" spcCol="1270" anchor="ctr" anchorCtr="0">
          <a:noAutofit/>
        </a:bodyPr>
        <a:lstStyle/>
        <a:p>
          <a:pPr marL="0" lvl="0" indent="0" algn="l" defTabSz="844550">
            <a:lnSpc>
              <a:spcPct val="90000"/>
            </a:lnSpc>
            <a:spcBef>
              <a:spcPct val="0"/>
            </a:spcBef>
            <a:spcAft>
              <a:spcPct val="35000"/>
            </a:spcAft>
            <a:buNone/>
          </a:pPr>
          <a:r>
            <a:rPr lang="en-IE" sz="1900" kern="1200"/>
            <a:t>Real-time monitoring</a:t>
          </a:r>
          <a:endParaRPr lang="en-US" sz="1900" kern="1200"/>
        </a:p>
      </dsp:txBody>
      <dsp:txXfrm>
        <a:off x="263319" y="1667995"/>
        <a:ext cx="3248389" cy="506120"/>
      </dsp:txXfrm>
    </dsp:sp>
    <dsp:sp modelId="{2C86F76E-F73E-4AA5-9F53-8AAF16B25F4B}">
      <dsp:nvSpPr>
        <dsp:cNvPr id="0" name=""/>
        <dsp:cNvSpPr/>
      </dsp:nvSpPr>
      <dsp:spPr>
        <a:xfrm>
          <a:off x="0" y="3381395"/>
          <a:ext cx="4718785" cy="807975"/>
        </a:xfrm>
        <a:prstGeom prst="rect">
          <a:avLst/>
        </a:prstGeom>
        <a:solidFill>
          <a:schemeClr val="lt1">
            <a:alpha val="90000"/>
            <a:hueOff val="0"/>
            <a:satOff val="0"/>
            <a:lumOff val="0"/>
            <a:alphaOff val="0"/>
          </a:schemeClr>
        </a:solidFill>
        <a:ln w="25400" cap="flat" cmpd="sng" algn="ctr">
          <a:solidFill>
            <a:schemeClr val="accent5">
              <a:hueOff val="-6622584"/>
              <a:satOff val="26541"/>
              <a:lumOff val="575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6230" tIns="395732" rIns="366230" bIns="135128" numCol="1" spcCol="1270" anchor="t" anchorCtr="0">
          <a:noAutofit/>
        </a:bodyPr>
        <a:lstStyle/>
        <a:p>
          <a:pPr marL="171450" lvl="1" indent="-171450" algn="l" defTabSz="844550">
            <a:lnSpc>
              <a:spcPct val="90000"/>
            </a:lnSpc>
            <a:spcBef>
              <a:spcPct val="0"/>
            </a:spcBef>
            <a:spcAft>
              <a:spcPct val="15000"/>
            </a:spcAft>
            <a:buChar char="•"/>
          </a:pPr>
          <a:r>
            <a:rPr lang="en-IE" sz="1900" kern="1200"/>
            <a:t>Identifies faults</a:t>
          </a:r>
          <a:endParaRPr lang="en-US" sz="1900" kern="1200"/>
        </a:p>
      </dsp:txBody>
      <dsp:txXfrm>
        <a:off x="0" y="3381395"/>
        <a:ext cx="4718785" cy="807975"/>
      </dsp:txXfrm>
    </dsp:sp>
    <dsp:sp modelId="{6028E384-1CF8-43C5-872A-60CF1DEF5BDF}">
      <dsp:nvSpPr>
        <dsp:cNvPr id="0" name=""/>
        <dsp:cNvSpPr/>
      </dsp:nvSpPr>
      <dsp:spPr>
        <a:xfrm>
          <a:off x="235939" y="3100955"/>
          <a:ext cx="3303149" cy="560880"/>
        </a:xfrm>
        <a:prstGeom prst="roundRect">
          <a:avLst/>
        </a:prstGeom>
        <a:solidFill>
          <a:schemeClr val="accent5">
            <a:hueOff val="-6622584"/>
            <a:satOff val="26541"/>
            <a:lumOff val="575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4851" tIns="0" rIns="124851" bIns="0" numCol="1" spcCol="1270" anchor="ctr" anchorCtr="0">
          <a:noAutofit/>
        </a:bodyPr>
        <a:lstStyle/>
        <a:p>
          <a:pPr marL="0" lvl="0" indent="0" algn="l" defTabSz="844550">
            <a:lnSpc>
              <a:spcPct val="90000"/>
            </a:lnSpc>
            <a:spcBef>
              <a:spcPct val="0"/>
            </a:spcBef>
            <a:spcAft>
              <a:spcPct val="35000"/>
            </a:spcAft>
            <a:buNone/>
          </a:pPr>
          <a:r>
            <a:rPr lang="en-IE" sz="1900" kern="1200"/>
            <a:t>Data analysis</a:t>
          </a:r>
          <a:endParaRPr lang="en-US" sz="1900" kern="1200"/>
        </a:p>
      </dsp:txBody>
      <dsp:txXfrm>
        <a:off x="263319" y="3128335"/>
        <a:ext cx="3248389" cy="506120"/>
      </dsp:txXfrm>
    </dsp:sp>
    <dsp:sp modelId="{C73E534A-5722-473B-BC78-D5CEB0701ECC}">
      <dsp:nvSpPr>
        <dsp:cNvPr id="0" name=""/>
        <dsp:cNvSpPr/>
      </dsp:nvSpPr>
      <dsp:spPr>
        <a:xfrm>
          <a:off x="0" y="4572410"/>
          <a:ext cx="4718785" cy="807975"/>
        </a:xfrm>
        <a:prstGeom prst="rect">
          <a:avLst/>
        </a:prstGeom>
        <a:solidFill>
          <a:schemeClr val="lt1">
            <a:alpha val="90000"/>
            <a:hueOff val="0"/>
            <a:satOff val="0"/>
            <a:lumOff val="0"/>
            <a:alphaOff val="0"/>
          </a:schemeClr>
        </a:solidFill>
        <a:ln w="25400" cap="flat" cmpd="sng" algn="ctr">
          <a:solidFill>
            <a:schemeClr val="accent5">
              <a:hueOff val="-9933876"/>
              <a:satOff val="39811"/>
              <a:lumOff val="862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6230" tIns="395732" rIns="366230" bIns="135128" numCol="1" spcCol="1270" anchor="t" anchorCtr="0">
          <a:noAutofit/>
        </a:bodyPr>
        <a:lstStyle/>
        <a:p>
          <a:pPr marL="171450" lvl="1" indent="-171450" algn="l" defTabSz="844550">
            <a:lnSpc>
              <a:spcPct val="90000"/>
            </a:lnSpc>
            <a:spcBef>
              <a:spcPct val="0"/>
            </a:spcBef>
            <a:spcAft>
              <a:spcPct val="15000"/>
            </a:spcAft>
            <a:buChar char="•"/>
          </a:pPr>
          <a:r>
            <a:rPr lang="en-IE" sz="1900" kern="1200"/>
            <a:t>Generates report</a:t>
          </a:r>
          <a:endParaRPr lang="en-US" sz="1900" kern="1200"/>
        </a:p>
      </dsp:txBody>
      <dsp:txXfrm>
        <a:off x="0" y="4572410"/>
        <a:ext cx="4718785" cy="807975"/>
      </dsp:txXfrm>
    </dsp:sp>
    <dsp:sp modelId="{561C8B09-4723-42C9-BB6F-A3316FC7807D}">
      <dsp:nvSpPr>
        <dsp:cNvPr id="0" name=""/>
        <dsp:cNvSpPr/>
      </dsp:nvSpPr>
      <dsp:spPr>
        <a:xfrm>
          <a:off x="235939" y="4291970"/>
          <a:ext cx="3303149" cy="560880"/>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4851" tIns="0" rIns="124851" bIns="0" numCol="1" spcCol="1270" anchor="ctr" anchorCtr="0">
          <a:noAutofit/>
        </a:bodyPr>
        <a:lstStyle/>
        <a:p>
          <a:pPr marL="0" lvl="0" indent="0" algn="l" defTabSz="844550">
            <a:lnSpc>
              <a:spcPct val="90000"/>
            </a:lnSpc>
            <a:spcBef>
              <a:spcPct val="0"/>
            </a:spcBef>
            <a:spcAft>
              <a:spcPct val="35000"/>
            </a:spcAft>
            <a:buNone/>
          </a:pPr>
          <a:r>
            <a:rPr lang="en-IE" sz="1900" kern="1200"/>
            <a:t>Feedback</a:t>
          </a:r>
          <a:endParaRPr lang="en-US" sz="1900" kern="1200"/>
        </a:p>
      </dsp:txBody>
      <dsp:txXfrm>
        <a:off x="263319" y="4319350"/>
        <a:ext cx="3248389" cy="50612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720EE6-3B37-451D-B44C-E822BC8F848D}" type="datetimeFigureOut">
              <a:rPr lang="en-GB" smtClean="0"/>
              <a:t>25/04/2025</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D276EA-DE41-4E06-9315-1F927A571CBB}" type="slidenum">
              <a:rPr lang="en-GB" smtClean="0"/>
              <a:t>‹#›</a:t>
            </a:fld>
            <a:endParaRPr lang="en-GB"/>
          </a:p>
        </p:txBody>
      </p:sp>
    </p:spTree>
    <p:extLst>
      <p:ext uri="{BB962C8B-B14F-4D97-AF65-F5344CB8AC3E}">
        <p14:creationId xmlns:p14="http://schemas.microsoft.com/office/powerpoint/2010/main" val="3399186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Pre test is a mobile application that can  be used by new and learner drivers to monitor their driving in order to practice for their driving test.</a:t>
            </a:r>
          </a:p>
          <a:p>
            <a:endParaRPr lang="en-IE" dirty="0"/>
          </a:p>
          <a:p>
            <a:r>
              <a:rPr lang="en-GB" dirty="0"/>
              <a:t>Why is pre test need.</a:t>
            </a:r>
          </a:p>
          <a:p>
            <a:r>
              <a:rPr lang="en-GB" dirty="0"/>
              <a:t>Pre test is need due to it being extremely costly to get lesson for your driving test. It cost roughly 50 euro an hour and 12 hours are required at a minimum.</a:t>
            </a:r>
          </a:p>
          <a:p>
            <a:endParaRPr lang="en-GB" dirty="0"/>
          </a:p>
          <a:p>
            <a:r>
              <a:rPr lang="en-GB" dirty="0"/>
              <a:t>After the lessons are completed most people wont get another lesson and will just sit their test. The problem is that most people will develop bad habits and this aims to catch them and stop them.</a:t>
            </a:r>
          </a:p>
        </p:txBody>
      </p:sp>
      <p:sp>
        <p:nvSpPr>
          <p:cNvPr id="4" name="Slide Number Placeholder 3"/>
          <p:cNvSpPr>
            <a:spLocks noGrp="1"/>
          </p:cNvSpPr>
          <p:nvPr>
            <p:ph type="sldNum" sz="quarter" idx="5"/>
          </p:nvPr>
        </p:nvSpPr>
        <p:spPr/>
        <p:txBody>
          <a:bodyPr/>
          <a:lstStyle/>
          <a:p>
            <a:fld id="{2DD276EA-DE41-4E06-9315-1F927A571CBB}" type="slidenum">
              <a:rPr lang="en-GB" smtClean="0"/>
              <a:t>2</a:t>
            </a:fld>
            <a:endParaRPr lang="en-GB"/>
          </a:p>
        </p:txBody>
      </p:sp>
    </p:spTree>
    <p:extLst>
      <p:ext uri="{BB962C8B-B14F-4D97-AF65-F5344CB8AC3E}">
        <p14:creationId xmlns:p14="http://schemas.microsoft.com/office/powerpoint/2010/main" val="6615139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The current solution that are out there are made for industrial use in large companies to monitor their drivers not for 1 person</a:t>
            </a:r>
          </a:p>
          <a:p>
            <a:endParaRPr lang="en-GB" dirty="0"/>
          </a:p>
        </p:txBody>
      </p:sp>
      <p:sp>
        <p:nvSpPr>
          <p:cNvPr id="4" name="Slide Number Placeholder 3"/>
          <p:cNvSpPr>
            <a:spLocks noGrp="1"/>
          </p:cNvSpPr>
          <p:nvPr>
            <p:ph type="sldNum" sz="quarter" idx="5"/>
          </p:nvPr>
        </p:nvSpPr>
        <p:spPr/>
        <p:txBody>
          <a:bodyPr/>
          <a:lstStyle/>
          <a:p>
            <a:fld id="{2DD276EA-DE41-4E06-9315-1F927A571CBB}" type="slidenum">
              <a:rPr lang="en-GB" smtClean="0"/>
              <a:t>3</a:t>
            </a:fld>
            <a:endParaRPr lang="en-GB"/>
          </a:p>
        </p:txBody>
      </p:sp>
    </p:spTree>
    <p:extLst>
      <p:ext uri="{BB962C8B-B14F-4D97-AF65-F5344CB8AC3E}">
        <p14:creationId xmlns:p14="http://schemas.microsoft.com/office/powerpoint/2010/main" val="30454387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2693"/>
            <a:ext cx="9143998"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84720" y="-2407841"/>
            <a:ext cx="4374557" cy="9144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55756" y="-2236808"/>
            <a:ext cx="4374128" cy="880235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22690"/>
            <a:ext cx="6406863"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4459073" y="-1032053"/>
            <a:ext cx="3742610"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ctrTitle"/>
          </p:nvPr>
        </p:nvSpPr>
        <p:spPr>
          <a:xfrm>
            <a:off x="986118" y="735106"/>
            <a:ext cx="7540322" cy="2928470"/>
          </a:xfrm>
        </p:spPr>
        <p:txBody>
          <a:bodyPr anchor="b">
            <a:normAutofit/>
          </a:bodyPr>
          <a:lstStyle/>
          <a:p>
            <a:pPr algn="l"/>
            <a:r>
              <a:rPr lang="en-GB" sz="4200">
                <a:solidFill>
                  <a:srgbClr val="FFFFFF"/>
                </a:solidFill>
              </a:rPr>
              <a:t>Pre-Test App: Helping Learner Drivers Succeed</a:t>
            </a:r>
          </a:p>
        </p:txBody>
      </p:sp>
      <p:sp>
        <p:nvSpPr>
          <p:cNvPr id="3" name="Subtitle 2"/>
          <p:cNvSpPr>
            <a:spLocks noGrp="1"/>
          </p:cNvSpPr>
          <p:nvPr>
            <p:ph type="subTitle" idx="1"/>
          </p:nvPr>
        </p:nvSpPr>
        <p:spPr>
          <a:xfrm>
            <a:off x="1013011" y="4870824"/>
            <a:ext cx="7504463" cy="1458258"/>
          </a:xfrm>
        </p:spPr>
        <p:txBody>
          <a:bodyPr anchor="ctr">
            <a:normAutofit/>
          </a:bodyPr>
          <a:lstStyle/>
          <a:p>
            <a:pPr algn="l"/>
            <a:r>
              <a:rPr lang="en-IE" dirty="0"/>
              <a:t>Gavin Cunningham</a:t>
            </a:r>
          </a:p>
          <a:p>
            <a:pPr algn="l"/>
            <a:r>
              <a:rPr lang="en-IE" dirty="0"/>
              <a:t>C21483936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GB" sz="3500"/>
              <a:t>Introduction</a:t>
            </a:r>
          </a:p>
        </p:txBody>
      </p:sp>
      <p:sp>
        <p:nvSpPr>
          <p:cNvPr id="3" name="Content Placeholder 2"/>
          <p:cNvSpPr>
            <a:spLocks noGrp="1"/>
          </p:cNvSpPr>
          <p:nvPr>
            <p:ph idx="1"/>
          </p:nvPr>
        </p:nvSpPr>
        <p:spPr>
          <a:xfrm>
            <a:off x="571350" y="2470244"/>
            <a:ext cx="4000647" cy="3769835"/>
          </a:xfrm>
        </p:spPr>
        <p:txBody>
          <a:bodyPr anchor="ctr">
            <a:normAutofit/>
          </a:bodyPr>
          <a:lstStyle/>
          <a:p>
            <a:r>
              <a:rPr lang="en-GB" sz="1700" dirty="0"/>
              <a:t>What is Pretest?</a:t>
            </a:r>
          </a:p>
          <a:p>
            <a:endParaRPr lang="en-GB" sz="1700" dirty="0"/>
          </a:p>
          <a:p>
            <a:endParaRPr lang="en-GB" sz="1700" dirty="0"/>
          </a:p>
          <a:p>
            <a:r>
              <a:rPr lang="en-GB" sz="1700" dirty="0"/>
              <a:t>Why is Pretest needed?</a:t>
            </a:r>
          </a:p>
          <a:p>
            <a:endParaRPr lang="en-GB" sz="1700" dirty="0"/>
          </a:p>
          <a:p>
            <a:endParaRPr lang="en-GB" sz="1700" dirty="0"/>
          </a:p>
          <a:p>
            <a:r>
              <a:rPr lang="en-GB" sz="1700" dirty="0"/>
              <a:t>Key Features: </a:t>
            </a:r>
          </a:p>
          <a:p>
            <a:pPr lvl="1"/>
            <a:r>
              <a:rPr lang="en-GB" sz="1700" dirty="0"/>
              <a:t>Road condition monitoring, </a:t>
            </a:r>
          </a:p>
          <a:p>
            <a:pPr lvl="1"/>
            <a:r>
              <a:rPr lang="en-GB" sz="1700" dirty="0"/>
              <a:t>Driver attention tracking, </a:t>
            </a:r>
          </a:p>
          <a:p>
            <a:endParaRPr lang="en-GB" sz="1700" dirty="0"/>
          </a:p>
        </p:txBody>
      </p:sp>
      <p:pic>
        <p:nvPicPr>
          <p:cNvPr id="5" name="Picture 4" descr="A dashboard of a car">
            <a:extLst>
              <a:ext uri="{FF2B5EF4-FFF2-40B4-BE49-F238E27FC236}">
                <a16:creationId xmlns:a16="http://schemas.microsoft.com/office/drawing/2014/main" id="{E74ECE41-A31B-278A-B7D8-849BC6E0C22C}"/>
              </a:ext>
            </a:extLst>
          </p:cNvPr>
          <p:cNvPicPr>
            <a:picLocks noChangeAspect="1"/>
          </p:cNvPicPr>
          <p:nvPr/>
        </p:nvPicPr>
        <p:blipFill>
          <a:blip r:embed="rId3"/>
          <a:srcRect l="26412" r="34710" b="-1"/>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echnological background">
            <a:extLst>
              <a:ext uri="{FF2B5EF4-FFF2-40B4-BE49-F238E27FC236}">
                <a16:creationId xmlns:a16="http://schemas.microsoft.com/office/drawing/2014/main" id="{16E32140-8F58-A967-F8AA-A6A45BB6B7B5}"/>
              </a:ext>
            </a:extLst>
          </p:cNvPr>
          <p:cNvPicPr>
            <a:picLocks noChangeAspect="1"/>
          </p:cNvPicPr>
          <p:nvPr/>
        </p:nvPicPr>
        <p:blipFill>
          <a:blip r:embed="rId3"/>
          <a:srcRect l="20307" r="35243" b="-1"/>
          <a:stretch/>
        </p:blipFill>
        <p:spPr>
          <a:xfrm>
            <a:off x="4577270" y="10"/>
            <a:ext cx="4566728"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7268"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7268"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328512"/>
            <a:ext cx="3583791" cy="1628970"/>
          </a:xfrm>
        </p:spPr>
        <p:txBody>
          <a:bodyPr anchor="ctr">
            <a:normAutofit/>
          </a:bodyPr>
          <a:lstStyle/>
          <a:p>
            <a:r>
              <a:rPr lang="en-GB" sz="3500"/>
              <a:t>Background Research</a:t>
            </a:r>
          </a:p>
        </p:txBody>
      </p:sp>
      <p:sp>
        <p:nvSpPr>
          <p:cNvPr id="3" name="Content Placeholder 2"/>
          <p:cNvSpPr>
            <a:spLocks noGrp="1"/>
          </p:cNvSpPr>
          <p:nvPr>
            <p:ph idx="1"/>
          </p:nvPr>
        </p:nvSpPr>
        <p:spPr>
          <a:xfrm>
            <a:off x="571350" y="2884929"/>
            <a:ext cx="3494817" cy="3374137"/>
          </a:xfrm>
        </p:spPr>
        <p:txBody>
          <a:bodyPr anchor="ctr">
            <a:normAutofit/>
          </a:bodyPr>
          <a:lstStyle/>
          <a:p>
            <a:r>
              <a:rPr lang="en-GB" sz="1700" dirty="0"/>
              <a:t>Current solutions are too costly </a:t>
            </a:r>
          </a:p>
          <a:p>
            <a:endParaRPr lang="en-GB" sz="1700" dirty="0"/>
          </a:p>
          <a:p>
            <a:r>
              <a:rPr lang="en-GB" sz="1700" dirty="0"/>
              <a:t>The technologies that can be used in this application</a:t>
            </a:r>
          </a:p>
          <a:p>
            <a:endParaRPr lang="en-GB" sz="1700" dirty="0"/>
          </a:p>
          <a:p>
            <a:r>
              <a:rPr lang="en-GB" sz="1700" dirty="0"/>
              <a:t>Under standing user's requirements</a:t>
            </a:r>
          </a:p>
          <a:p>
            <a:endParaRPr lang="en-GB" sz="1700" dirty="0"/>
          </a:p>
          <a:p>
            <a:r>
              <a:rPr lang="en-GB" sz="1700" dirty="0"/>
              <a:t>The Incremental Methodology </a:t>
            </a:r>
          </a:p>
          <a:p>
            <a:endParaRPr lang="en-GB"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GB" sz="3500">
                <a:solidFill>
                  <a:srgbClr val="FFFFFF"/>
                </a:solidFill>
              </a:rPr>
              <a:t>System Architecture</a:t>
            </a:r>
          </a:p>
        </p:txBody>
      </p:sp>
      <p:graphicFrame>
        <p:nvGraphicFramePr>
          <p:cNvPr id="14" name="Content Placeholder 2">
            <a:extLst>
              <a:ext uri="{FF2B5EF4-FFF2-40B4-BE49-F238E27FC236}">
                <a16:creationId xmlns:a16="http://schemas.microsoft.com/office/drawing/2014/main" id="{C54A5CC7-C3C4-D9AF-BFD6-3CD6E8873832}"/>
              </a:ext>
            </a:extLst>
          </p:cNvPr>
          <p:cNvGraphicFramePr>
            <a:graphicFrameLocks noGrp="1"/>
          </p:cNvGraphicFramePr>
          <p:nvPr>
            <p:ph idx="1"/>
            <p:extLst>
              <p:ext uri="{D42A27DB-BD31-4B8C-83A1-F6EECF244321}">
                <p14:modId xmlns:p14="http://schemas.microsoft.com/office/powerpoint/2010/main" val="3285175775"/>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DBC8166-481C-4473-95F5-9A5B9073B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5A5CE6E-90AF-4D43-A014-1F9EC83EB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384350" cy="6858000"/>
          </a:xfrm>
          <a:custGeom>
            <a:avLst/>
            <a:gdLst>
              <a:gd name="connsiteX0" fmla="*/ 0 w 4512467"/>
              <a:gd name="connsiteY0" fmla="*/ 0 h 6858000"/>
              <a:gd name="connsiteX1" fmla="*/ 2579526 w 4512467"/>
              <a:gd name="connsiteY1" fmla="*/ 0 h 6858000"/>
              <a:gd name="connsiteX2" fmla="*/ 2583267 w 4512467"/>
              <a:gd name="connsiteY2" fmla="*/ 2151 h 6858000"/>
              <a:gd name="connsiteX3" fmla="*/ 4512467 w 4512467"/>
              <a:gd name="connsiteY3" fmla="*/ 3429000 h 6858000"/>
              <a:gd name="connsiteX4" fmla="*/ 2583267 w 4512467"/>
              <a:gd name="connsiteY4" fmla="*/ 6855849 h 6858000"/>
              <a:gd name="connsiteX5" fmla="*/ 2579526 w 4512467"/>
              <a:gd name="connsiteY5" fmla="*/ 6858000 h 6858000"/>
              <a:gd name="connsiteX6" fmla="*/ 0 w 451246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2467" h="6858000">
                <a:moveTo>
                  <a:pt x="0" y="0"/>
                </a:moveTo>
                <a:lnTo>
                  <a:pt x="2579526" y="0"/>
                </a:lnTo>
                <a:lnTo>
                  <a:pt x="2583267" y="2151"/>
                </a:lnTo>
                <a:cubicBezTo>
                  <a:pt x="3739868" y="704919"/>
                  <a:pt x="4512467" y="1976735"/>
                  <a:pt x="4512467" y="3429000"/>
                </a:cubicBezTo>
                <a:cubicBezTo>
                  <a:pt x="4512467" y="4881266"/>
                  <a:pt x="3739868" y="6153081"/>
                  <a:pt x="2583267" y="6855849"/>
                </a:cubicBezTo>
                <a:lnTo>
                  <a:pt x="257952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sp>
        <p:nvSpPr>
          <p:cNvPr id="2" name="Title 1">
            <a:extLst>
              <a:ext uri="{FF2B5EF4-FFF2-40B4-BE49-F238E27FC236}">
                <a16:creationId xmlns:a16="http://schemas.microsoft.com/office/drawing/2014/main" id="{D47EA06D-A94C-F4E6-A526-AD5EB6F2F338}"/>
              </a:ext>
            </a:extLst>
          </p:cNvPr>
          <p:cNvSpPr>
            <a:spLocks noGrp="1"/>
          </p:cNvSpPr>
          <p:nvPr>
            <p:ph type="title"/>
          </p:nvPr>
        </p:nvSpPr>
        <p:spPr>
          <a:xfrm>
            <a:off x="628650" y="643467"/>
            <a:ext cx="2213403" cy="5571066"/>
          </a:xfrm>
        </p:spPr>
        <p:txBody>
          <a:bodyPr>
            <a:normAutofit/>
          </a:bodyPr>
          <a:lstStyle/>
          <a:p>
            <a:r>
              <a:rPr lang="en-IE">
                <a:solidFill>
                  <a:srgbClr val="FFFFFF"/>
                </a:solidFill>
              </a:rPr>
              <a:t>Work flow</a:t>
            </a:r>
            <a:endParaRPr lang="en-GB">
              <a:solidFill>
                <a:srgbClr val="FFFFFF"/>
              </a:solidFill>
            </a:endParaRPr>
          </a:p>
        </p:txBody>
      </p:sp>
      <p:graphicFrame>
        <p:nvGraphicFramePr>
          <p:cNvPr id="5" name="Content Placeholder 2">
            <a:extLst>
              <a:ext uri="{FF2B5EF4-FFF2-40B4-BE49-F238E27FC236}">
                <a16:creationId xmlns:a16="http://schemas.microsoft.com/office/drawing/2014/main" id="{9EC9B379-214B-B27B-21ED-E052BFF29195}"/>
              </a:ext>
            </a:extLst>
          </p:cNvPr>
          <p:cNvGraphicFramePr>
            <a:graphicFrameLocks noGrp="1"/>
          </p:cNvGraphicFramePr>
          <p:nvPr>
            <p:ph idx="1"/>
            <p:extLst>
              <p:ext uri="{D42A27DB-BD31-4B8C-83A1-F6EECF244321}">
                <p14:modId xmlns:p14="http://schemas.microsoft.com/office/powerpoint/2010/main" val="2186679789"/>
              </p:ext>
            </p:extLst>
          </p:nvPr>
        </p:nvGraphicFramePr>
        <p:xfrm>
          <a:off x="3905730" y="643466"/>
          <a:ext cx="4718785" cy="55307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41951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 y="-5705"/>
            <a:ext cx="9143993"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67638" y="637762"/>
            <a:ext cx="7416372" cy="900131"/>
          </a:xfrm>
        </p:spPr>
        <p:txBody>
          <a:bodyPr anchor="t">
            <a:normAutofit/>
          </a:bodyPr>
          <a:lstStyle/>
          <a:p>
            <a:pPr algn="l"/>
            <a:r>
              <a:rPr lang="en-GB" sz="3500">
                <a:solidFill>
                  <a:schemeClr val="bg1"/>
                </a:solidFill>
              </a:rPr>
              <a:t>Testing Plan</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9143992"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638" y="2010758"/>
            <a:ext cx="342892"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866661" y="2217343"/>
            <a:ext cx="7410669" cy="3959619"/>
          </a:xfrm>
        </p:spPr>
        <p:txBody>
          <a:bodyPr>
            <a:normAutofit/>
          </a:bodyPr>
          <a:lstStyle/>
          <a:p>
            <a:r>
              <a:rPr lang="en-GB" sz="2100"/>
              <a:t>Unit Testing: Testing individual modules like video processing and sensor data.</a:t>
            </a:r>
          </a:p>
          <a:p>
            <a:endParaRPr lang="en-GB" sz="2100"/>
          </a:p>
          <a:p>
            <a:r>
              <a:rPr lang="en-GB" sz="2100"/>
              <a:t>Integration Testing: Ensuring modules work together seamlessly.</a:t>
            </a:r>
          </a:p>
          <a:p>
            <a:endParaRPr lang="en-GB" sz="2100"/>
          </a:p>
          <a:p>
            <a:r>
              <a:rPr lang="en-GB" sz="2100"/>
              <a:t>System Testing: Testing complete application functionality.</a:t>
            </a:r>
          </a:p>
          <a:p>
            <a:endParaRPr lang="en-GB" sz="2100"/>
          </a:p>
          <a:p>
            <a:r>
              <a:rPr lang="en-GB" sz="2100"/>
              <a:t>Real-world Testing: Evaluate accuracy with real drivers.</a:t>
            </a:r>
          </a:p>
          <a:p>
            <a:endParaRPr lang="en-GB" sz="2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72088"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7C1898E-659C-88F3-33EB-7BF0E5A019E2}"/>
              </a:ext>
            </a:extLst>
          </p:cNvPr>
          <p:cNvSpPr>
            <a:spLocks noGrp="1"/>
          </p:cNvSpPr>
          <p:nvPr>
            <p:ph type="title"/>
          </p:nvPr>
        </p:nvSpPr>
        <p:spPr>
          <a:xfrm>
            <a:off x="628650" y="643467"/>
            <a:ext cx="2916395" cy="1800526"/>
          </a:xfrm>
        </p:spPr>
        <p:txBody>
          <a:bodyPr>
            <a:normAutofit/>
          </a:bodyPr>
          <a:lstStyle/>
          <a:p>
            <a:r>
              <a:rPr lang="en-IE"/>
              <a:t>Current results </a:t>
            </a:r>
            <a:endParaRPr lang="en-GB"/>
          </a:p>
        </p:txBody>
      </p:sp>
      <p:sp>
        <p:nvSpPr>
          <p:cNvPr id="3" name="Content Placeholder 2">
            <a:extLst>
              <a:ext uri="{FF2B5EF4-FFF2-40B4-BE49-F238E27FC236}">
                <a16:creationId xmlns:a16="http://schemas.microsoft.com/office/drawing/2014/main" id="{0E348D14-9C21-52A6-979F-B301BFBF5792}"/>
              </a:ext>
            </a:extLst>
          </p:cNvPr>
          <p:cNvSpPr>
            <a:spLocks noGrp="1"/>
          </p:cNvSpPr>
          <p:nvPr>
            <p:ph idx="1"/>
          </p:nvPr>
        </p:nvSpPr>
        <p:spPr>
          <a:xfrm>
            <a:off x="628650" y="2623381"/>
            <a:ext cx="2916396" cy="3553581"/>
          </a:xfrm>
        </p:spPr>
        <p:txBody>
          <a:bodyPr>
            <a:normAutofit/>
          </a:bodyPr>
          <a:lstStyle/>
          <a:p>
            <a:r>
              <a:rPr lang="en-IE" sz="1700" dirty="0"/>
              <a:t>How is the app working</a:t>
            </a:r>
          </a:p>
          <a:p>
            <a:endParaRPr lang="en-IE" sz="1700" dirty="0"/>
          </a:p>
          <a:p>
            <a:r>
              <a:rPr lang="en-IE" sz="1700" dirty="0"/>
              <a:t>What results does the app output</a:t>
            </a:r>
          </a:p>
          <a:p>
            <a:endParaRPr lang="en-IE" sz="1700" dirty="0"/>
          </a:p>
          <a:p>
            <a:r>
              <a:rPr lang="en-IE" sz="1700" dirty="0"/>
              <a:t>Does it help learner drivers</a:t>
            </a:r>
          </a:p>
        </p:txBody>
      </p:sp>
    </p:spTree>
    <p:extLst>
      <p:ext uri="{BB962C8B-B14F-4D97-AF65-F5344CB8AC3E}">
        <p14:creationId xmlns:p14="http://schemas.microsoft.com/office/powerpoint/2010/main" val="2871901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8" name="Rectangle 17">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n-GB" sz="3500"/>
              <a:t>Future Work</a:t>
            </a:r>
          </a:p>
        </p:txBody>
      </p:sp>
      <p:sp>
        <p:nvSpPr>
          <p:cNvPr id="3" name="Content Placeholder 2"/>
          <p:cNvSpPr>
            <a:spLocks noGrp="1"/>
          </p:cNvSpPr>
          <p:nvPr>
            <p:ph idx="1"/>
          </p:nvPr>
        </p:nvSpPr>
        <p:spPr>
          <a:xfrm>
            <a:off x="571351" y="2743200"/>
            <a:ext cx="3485179" cy="3613149"/>
          </a:xfrm>
        </p:spPr>
        <p:txBody>
          <a:bodyPr anchor="ctr">
            <a:normAutofit/>
          </a:bodyPr>
          <a:lstStyle/>
          <a:p>
            <a:r>
              <a:rPr lang="en-GB" sz="1600" dirty="0"/>
              <a:t>Real-Time Warning</a:t>
            </a:r>
          </a:p>
          <a:p>
            <a:endParaRPr lang="en-GB" sz="1600" dirty="0"/>
          </a:p>
          <a:p>
            <a:r>
              <a:rPr lang="en-GB" sz="1600" dirty="0"/>
              <a:t>Gamification to increase user interest </a:t>
            </a:r>
          </a:p>
          <a:p>
            <a:endParaRPr lang="en-GB" sz="1600" dirty="0"/>
          </a:p>
          <a:p>
            <a:r>
              <a:rPr lang="en-GB" sz="1600" dirty="0"/>
              <a:t>Increase Compatibility </a:t>
            </a:r>
          </a:p>
          <a:p>
            <a:endParaRPr lang="en-GB" sz="1600" dirty="0"/>
          </a:p>
        </p:txBody>
      </p:sp>
      <p:pic>
        <p:nvPicPr>
          <p:cNvPr id="5" name="Picture 4">
            <a:extLst>
              <a:ext uri="{FF2B5EF4-FFF2-40B4-BE49-F238E27FC236}">
                <a16:creationId xmlns:a16="http://schemas.microsoft.com/office/drawing/2014/main" id="{D83C89C2-9DB9-429B-61F0-B3BC033C74B0}"/>
              </a:ext>
            </a:extLst>
          </p:cNvPr>
          <p:cNvPicPr>
            <a:picLocks noChangeAspect="1"/>
          </p:cNvPicPr>
          <p:nvPr/>
        </p:nvPicPr>
        <p:blipFill>
          <a:blip r:embed="rId2"/>
          <a:srcRect l="19794" r="42665"/>
          <a:stretch/>
        </p:blipFill>
        <p:spPr>
          <a:xfrm>
            <a:off x="4572000" y="1"/>
            <a:ext cx="4577118"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22693"/>
            <a:ext cx="9143998"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84720" y="-2407841"/>
            <a:ext cx="4374557" cy="9144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55756" y="-2236808"/>
            <a:ext cx="4374128" cy="880235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22690"/>
            <a:ext cx="6406863"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4459073" y="-1032053"/>
            <a:ext cx="3742610"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title"/>
          </p:nvPr>
        </p:nvSpPr>
        <p:spPr>
          <a:xfrm>
            <a:off x="986118" y="735106"/>
            <a:ext cx="7540322" cy="2928470"/>
          </a:xfrm>
        </p:spPr>
        <p:txBody>
          <a:bodyPr vert="horz" lIns="91440" tIns="45720" rIns="91440" bIns="45720" rtlCol="0" anchor="b">
            <a:normAutofit/>
          </a:bodyPr>
          <a:lstStyle/>
          <a:p>
            <a:pPr algn="l" defTabSz="914400">
              <a:lnSpc>
                <a:spcPct val="90000"/>
              </a:lnSpc>
            </a:pPr>
            <a:r>
              <a:rPr lang="en-US" sz="4200" kern="1200">
                <a:solidFill>
                  <a:srgbClr val="FFFFFF"/>
                </a:solidFill>
                <a:latin typeface="+mj-lt"/>
                <a:ea typeface="+mj-ea"/>
                <a:cs typeface="+mj-cs"/>
              </a:rPr>
              <a:t>Thank You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TotalTime>
  <Words>303</Words>
  <Application>Microsoft Office PowerPoint</Application>
  <PresentationFormat>On-screen Show (4:3)</PresentationFormat>
  <Paragraphs>69</Paragraphs>
  <Slides>9</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Arial</vt:lpstr>
      <vt:lpstr>Calibri</vt:lpstr>
      <vt:lpstr>Office Theme</vt:lpstr>
      <vt:lpstr>Pre-Test App: Helping Learner Drivers Succeed</vt:lpstr>
      <vt:lpstr>Introduction</vt:lpstr>
      <vt:lpstr>Background Research</vt:lpstr>
      <vt:lpstr>System Architecture</vt:lpstr>
      <vt:lpstr>Work flow</vt:lpstr>
      <vt:lpstr>Testing Plan</vt:lpstr>
      <vt:lpstr>Current results </vt:lpstr>
      <vt:lpstr>Future Work</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Gavin</dc:creator>
  <cp:keywords/>
  <dc:description>generated using python-pptx</dc:description>
  <cp:lastModifiedBy>Gavin Cunningham</cp:lastModifiedBy>
  <cp:revision>5</cp:revision>
  <dcterms:created xsi:type="dcterms:W3CDTF">2013-01-27T09:14:16Z</dcterms:created>
  <dcterms:modified xsi:type="dcterms:W3CDTF">2025-04-25T21:37:20Z</dcterms:modified>
  <cp:category/>
</cp:coreProperties>
</file>